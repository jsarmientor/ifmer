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66" r:id="rId4"/>
    <p:sldId id="268" r:id="rId5"/>
    <p:sldId id="269" r:id="rId6"/>
    <p:sldId id="271" r:id="rId7"/>
    <p:sldId id="279" r:id="rId8"/>
    <p:sldId id="295" r:id="rId9"/>
    <p:sldId id="282" r:id="rId10"/>
    <p:sldId id="289" r:id="rId11"/>
    <p:sldId id="272" r:id="rId12"/>
    <p:sldId id="288" r:id="rId13"/>
    <p:sldId id="293" r:id="rId14"/>
    <p:sldId id="291" r:id="rId15"/>
    <p:sldId id="270" r:id="rId16"/>
    <p:sldId id="264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hyqY5OOurH22WGIjYISrcUXIhX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4B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D80977F-3B3E-48C5-B4E9-F1CC631F14EE}">
  <a:tblStyle styleId="{CD80977F-3B3E-48C5-B4E9-F1CC631F14E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-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5878DC-D832-4446-B686-785A4FAD8433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s-ES"/>
        </a:p>
      </dgm:t>
    </dgm:pt>
    <dgm:pt modelId="{E1EFB4FB-9C75-4825-998E-63DEEDCE0443}">
      <dgm:prSet phldrT="[Texto]"/>
      <dgm:spPr/>
      <dgm:t>
        <a:bodyPr/>
        <a:lstStyle/>
        <a:p>
          <a:r>
            <a:rPr lang="es-ES" dirty="0"/>
            <a:t>Que es DBMS</a:t>
          </a:r>
        </a:p>
      </dgm:t>
    </dgm:pt>
    <dgm:pt modelId="{933F8B9C-6607-4713-8D9A-C540AFEF4BE4}" type="parTrans" cxnId="{187B5ABC-C5F6-43DD-812E-4DEE87BCDD25}">
      <dgm:prSet/>
      <dgm:spPr/>
      <dgm:t>
        <a:bodyPr/>
        <a:lstStyle/>
        <a:p>
          <a:endParaRPr lang="es-ES"/>
        </a:p>
      </dgm:t>
    </dgm:pt>
    <dgm:pt modelId="{4A3B132E-E9F9-43E7-A8AB-8BEF6233D370}" type="sibTrans" cxnId="{187B5ABC-C5F6-43DD-812E-4DEE87BCDD25}">
      <dgm:prSet/>
      <dgm:spPr/>
      <dgm:t>
        <a:bodyPr/>
        <a:lstStyle/>
        <a:p>
          <a:endParaRPr lang="es-ES"/>
        </a:p>
      </dgm:t>
    </dgm:pt>
    <dgm:pt modelId="{B3E6C09C-BAB8-41E4-B55C-68CC8D55C9A5}">
      <dgm:prSet phldrT="[Texto]"/>
      <dgm:spPr/>
      <dgm:t>
        <a:bodyPr/>
        <a:lstStyle/>
        <a:p>
          <a:r>
            <a:rPr lang="es-ES" dirty="0"/>
            <a:t>Data Management </a:t>
          </a:r>
          <a:r>
            <a:rPr lang="es-ES" dirty="0" err="1"/>
            <a:t>system</a:t>
          </a:r>
          <a:endParaRPr lang="es-ES" dirty="0"/>
        </a:p>
        <a:p>
          <a:r>
            <a:rPr lang="es-ES" dirty="0"/>
            <a:t>Administrador de sistemas de datos</a:t>
          </a:r>
        </a:p>
      </dgm:t>
    </dgm:pt>
    <dgm:pt modelId="{EF8954CA-7B19-4194-8C62-E6D4E82AC329}" type="parTrans" cxnId="{31EF63D0-9F86-41FD-A173-6203B6118BC9}">
      <dgm:prSet/>
      <dgm:spPr/>
      <dgm:t>
        <a:bodyPr/>
        <a:lstStyle/>
        <a:p>
          <a:endParaRPr lang="es-ES"/>
        </a:p>
      </dgm:t>
    </dgm:pt>
    <dgm:pt modelId="{598F7198-4D50-493D-8D9C-DA46E0A30699}" type="sibTrans" cxnId="{31EF63D0-9F86-41FD-A173-6203B6118BC9}">
      <dgm:prSet/>
      <dgm:spPr/>
      <dgm:t>
        <a:bodyPr/>
        <a:lstStyle/>
        <a:p>
          <a:endParaRPr lang="es-ES"/>
        </a:p>
      </dgm:t>
    </dgm:pt>
    <dgm:pt modelId="{3EA7C4F0-7C43-4534-845B-5A0FDED9177B}">
      <dgm:prSet phldrT="[Texto]"/>
      <dgm:spPr/>
      <dgm:t>
        <a:bodyPr/>
        <a:lstStyle/>
        <a:p>
          <a:r>
            <a:rPr lang="es-ES" dirty="0"/>
            <a:t>Conjunto de programas, procedimientos y lenguajes interrelacionados con el fin de realizar manipulación de datos</a:t>
          </a:r>
        </a:p>
      </dgm:t>
    </dgm:pt>
    <dgm:pt modelId="{82A78F7C-22E3-4BEE-BE74-D4425CB81DC5}" type="parTrans" cxnId="{09E42D04-4829-40AF-8250-3170D01B0D86}">
      <dgm:prSet/>
      <dgm:spPr/>
      <dgm:t>
        <a:bodyPr/>
        <a:lstStyle/>
        <a:p>
          <a:endParaRPr lang="es-ES"/>
        </a:p>
      </dgm:t>
    </dgm:pt>
    <dgm:pt modelId="{136C295F-6017-49D3-97F0-75BDA31F77DB}" type="sibTrans" cxnId="{09E42D04-4829-40AF-8250-3170D01B0D86}">
      <dgm:prSet/>
      <dgm:spPr/>
      <dgm:t>
        <a:bodyPr/>
        <a:lstStyle/>
        <a:p>
          <a:endParaRPr lang="es-ES"/>
        </a:p>
      </dgm:t>
    </dgm:pt>
    <dgm:pt modelId="{7ADABF6F-032F-4903-B2DF-1AE40F7E2E89}">
      <dgm:prSet phldrT="[Texto]"/>
      <dgm:spPr/>
      <dgm:t>
        <a:bodyPr/>
        <a:lstStyle/>
        <a:p>
          <a:r>
            <a:rPr lang="es-ES" dirty="0"/>
            <a:t>Proporcionado integridad Confidencialidad y seguridad </a:t>
          </a:r>
        </a:p>
      </dgm:t>
    </dgm:pt>
    <dgm:pt modelId="{35935DBA-CAC2-45B3-83CA-DBE042C587D2}" type="parTrans" cxnId="{4EFDDC53-F512-4667-843B-A7B048098802}">
      <dgm:prSet/>
      <dgm:spPr/>
      <dgm:t>
        <a:bodyPr/>
        <a:lstStyle/>
        <a:p>
          <a:endParaRPr lang="es-ES"/>
        </a:p>
      </dgm:t>
    </dgm:pt>
    <dgm:pt modelId="{EF60BBA4-BA80-44BD-A239-54A187FE2D34}" type="sibTrans" cxnId="{4EFDDC53-F512-4667-843B-A7B048098802}">
      <dgm:prSet/>
      <dgm:spPr/>
      <dgm:t>
        <a:bodyPr/>
        <a:lstStyle/>
        <a:p>
          <a:endParaRPr lang="es-ES"/>
        </a:p>
      </dgm:t>
    </dgm:pt>
    <dgm:pt modelId="{CBE83A3B-0EFD-40BE-9E59-28720BBF93E1}" type="pres">
      <dgm:prSet presAssocID="{265878DC-D832-4446-B686-785A4FAD8433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86EC0BE-4E5B-4E3C-8C4B-58985B1DC8CA}" type="pres">
      <dgm:prSet presAssocID="{E1EFB4FB-9C75-4825-998E-63DEEDCE0443}" presName="root1" presStyleCnt="0"/>
      <dgm:spPr/>
    </dgm:pt>
    <dgm:pt modelId="{B2895CD4-B7B2-4485-B3EE-5C6E7EC2D152}" type="pres">
      <dgm:prSet presAssocID="{E1EFB4FB-9C75-4825-998E-63DEEDCE0443}" presName="LevelOneTextNode" presStyleLbl="node0" presStyleIdx="0" presStyleCnt="1">
        <dgm:presLayoutVars>
          <dgm:chPref val="3"/>
        </dgm:presLayoutVars>
      </dgm:prSet>
      <dgm:spPr/>
    </dgm:pt>
    <dgm:pt modelId="{78042DDD-56D4-4302-BD52-F4EE87381BFE}" type="pres">
      <dgm:prSet presAssocID="{E1EFB4FB-9C75-4825-998E-63DEEDCE0443}" presName="level2hierChild" presStyleCnt="0"/>
      <dgm:spPr/>
    </dgm:pt>
    <dgm:pt modelId="{E8A63959-9CB8-41DB-9DDE-AD8F1DC770B8}" type="pres">
      <dgm:prSet presAssocID="{EF8954CA-7B19-4194-8C62-E6D4E82AC329}" presName="conn2-1" presStyleLbl="parChTrans1D2" presStyleIdx="0" presStyleCnt="3"/>
      <dgm:spPr/>
    </dgm:pt>
    <dgm:pt modelId="{201C2B5D-ACC6-4FB0-A2E1-E619C4CFF0FA}" type="pres">
      <dgm:prSet presAssocID="{EF8954CA-7B19-4194-8C62-E6D4E82AC329}" presName="connTx" presStyleLbl="parChTrans1D2" presStyleIdx="0" presStyleCnt="3"/>
      <dgm:spPr/>
    </dgm:pt>
    <dgm:pt modelId="{5AAF6299-A3D0-42B8-9654-22890EE8DAD9}" type="pres">
      <dgm:prSet presAssocID="{B3E6C09C-BAB8-41E4-B55C-68CC8D55C9A5}" presName="root2" presStyleCnt="0"/>
      <dgm:spPr/>
    </dgm:pt>
    <dgm:pt modelId="{5B049069-E29A-4F42-A54C-2345D31CA14C}" type="pres">
      <dgm:prSet presAssocID="{B3E6C09C-BAB8-41E4-B55C-68CC8D55C9A5}" presName="LevelTwoTextNode" presStyleLbl="node2" presStyleIdx="0" presStyleCnt="3">
        <dgm:presLayoutVars>
          <dgm:chPref val="3"/>
        </dgm:presLayoutVars>
      </dgm:prSet>
      <dgm:spPr/>
    </dgm:pt>
    <dgm:pt modelId="{741038D5-0F52-4456-A5E1-02B72CEE3211}" type="pres">
      <dgm:prSet presAssocID="{B3E6C09C-BAB8-41E4-B55C-68CC8D55C9A5}" presName="level3hierChild" presStyleCnt="0"/>
      <dgm:spPr/>
    </dgm:pt>
    <dgm:pt modelId="{208F15D9-63D1-41BA-9859-F22E5322829D}" type="pres">
      <dgm:prSet presAssocID="{82A78F7C-22E3-4BEE-BE74-D4425CB81DC5}" presName="conn2-1" presStyleLbl="parChTrans1D2" presStyleIdx="1" presStyleCnt="3"/>
      <dgm:spPr/>
    </dgm:pt>
    <dgm:pt modelId="{5AC74B11-A8B8-4DFF-A9D5-F4851FA19343}" type="pres">
      <dgm:prSet presAssocID="{82A78F7C-22E3-4BEE-BE74-D4425CB81DC5}" presName="connTx" presStyleLbl="parChTrans1D2" presStyleIdx="1" presStyleCnt="3"/>
      <dgm:spPr/>
    </dgm:pt>
    <dgm:pt modelId="{DDF147C2-B4A6-4674-A7DD-B26FA7417C17}" type="pres">
      <dgm:prSet presAssocID="{3EA7C4F0-7C43-4534-845B-5A0FDED9177B}" presName="root2" presStyleCnt="0"/>
      <dgm:spPr/>
    </dgm:pt>
    <dgm:pt modelId="{7872EE1D-D45E-4372-9029-D499DE458291}" type="pres">
      <dgm:prSet presAssocID="{3EA7C4F0-7C43-4534-845B-5A0FDED9177B}" presName="LevelTwoTextNode" presStyleLbl="node2" presStyleIdx="1" presStyleCnt="3">
        <dgm:presLayoutVars>
          <dgm:chPref val="3"/>
        </dgm:presLayoutVars>
      </dgm:prSet>
      <dgm:spPr/>
    </dgm:pt>
    <dgm:pt modelId="{0ADA0DE6-05DB-4621-9C6E-03FF0955B98B}" type="pres">
      <dgm:prSet presAssocID="{3EA7C4F0-7C43-4534-845B-5A0FDED9177B}" presName="level3hierChild" presStyleCnt="0"/>
      <dgm:spPr/>
    </dgm:pt>
    <dgm:pt modelId="{99384816-DB49-4B4B-AE7E-274C4F82B3D1}" type="pres">
      <dgm:prSet presAssocID="{35935DBA-CAC2-45B3-83CA-DBE042C587D2}" presName="conn2-1" presStyleLbl="parChTrans1D2" presStyleIdx="2" presStyleCnt="3"/>
      <dgm:spPr/>
    </dgm:pt>
    <dgm:pt modelId="{78DB5A8A-CC16-4812-BAE1-D0DA0B20F10B}" type="pres">
      <dgm:prSet presAssocID="{35935DBA-CAC2-45B3-83CA-DBE042C587D2}" presName="connTx" presStyleLbl="parChTrans1D2" presStyleIdx="2" presStyleCnt="3"/>
      <dgm:spPr/>
    </dgm:pt>
    <dgm:pt modelId="{0B5A51E1-BE7B-4D56-9F7D-F1D9B3F01E9E}" type="pres">
      <dgm:prSet presAssocID="{7ADABF6F-032F-4903-B2DF-1AE40F7E2E89}" presName="root2" presStyleCnt="0"/>
      <dgm:spPr/>
    </dgm:pt>
    <dgm:pt modelId="{C9B52F3F-93B7-493F-9625-B0099C69B9C4}" type="pres">
      <dgm:prSet presAssocID="{7ADABF6F-032F-4903-B2DF-1AE40F7E2E89}" presName="LevelTwoTextNode" presStyleLbl="node2" presStyleIdx="2" presStyleCnt="3">
        <dgm:presLayoutVars>
          <dgm:chPref val="3"/>
        </dgm:presLayoutVars>
      </dgm:prSet>
      <dgm:spPr/>
    </dgm:pt>
    <dgm:pt modelId="{34E97363-CD9D-4215-B8F6-91972DFE2D7D}" type="pres">
      <dgm:prSet presAssocID="{7ADABF6F-032F-4903-B2DF-1AE40F7E2E89}" presName="level3hierChild" presStyleCnt="0"/>
      <dgm:spPr/>
    </dgm:pt>
  </dgm:ptLst>
  <dgm:cxnLst>
    <dgm:cxn modelId="{09E42D04-4829-40AF-8250-3170D01B0D86}" srcId="{E1EFB4FB-9C75-4825-998E-63DEEDCE0443}" destId="{3EA7C4F0-7C43-4534-845B-5A0FDED9177B}" srcOrd="1" destOrd="0" parTransId="{82A78F7C-22E3-4BEE-BE74-D4425CB81DC5}" sibTransId="{136C295F-6017-49D3-97F0-75BDA31F77DB}"/>
    <dgm:cxn modelId="{46754705-DB33-4CDF-992D-70B828D78ACB}" type="presOf" srcId="{82A78F7C-22E3-4BEE-BE74-D4425CB81DC5}" destId="{5AC74B11-A8B8-4DFF-A9D5-F4851FA19343}" srcOrd="1" destOrd="0" presId="urn:microsoft.com/office/officeart/2008/layout/HorizontalMultiLevelHierarchy"/>
    <dgm:cxn modelId="{BF4AB50A-4A94-43E8-9323-EFD9E4166204}" type="presOf" srcId="{E1EFB4FB-9C75-4825-998E-63DEEDCE0443}" destId="{B2895CD4-B7B2-4485-B3EE-5C6E7EC2D152}" srcOrd="0" destOrd="0" presId="urn:microsoft.com/office/officeart/2008/layout/HorizontalMultiLevelHierarchy"/>
    <dgm:cxn modelId="{A8433E13-C41F-462F-AF15-3C40E2D25703}" type="presOf" srcId="{265878DC-D832-4446-B686-785A4FAD8433}" destId="{CBE83A3B-0EFD-40BE-9E59-28720BBF93E1}" srcOrd="0" destOrd="0" presId="urn:microsoft.com/office/officeart/2008/layout/HorizontalMultiLevelHierarchy"/>
    <dgm:cxn modelId="{BA44DA49-ACD5-4BC6-8087-96D63417C54D}" type="presOf" srcId="{EF8954CA-7B19-4194-8C62-E6D4E82AC329}" destId="{201C2B5D-ACC6-4FB0-A2E1-E619C4CFF0FA}" srcOrd="1" destOrd="0" presId="urn:microsoft.com/office/officeart/2008/layout/HorizontalMultiLevelHierarchy"/>
    <dgm:cxn modelId="{C100C36B-F738-4ED1-A943-CE97FD3209B9}" type="presOf" srcId="{82A78F7C-22E3-4BEE-BE74-D4425CB81DC5}" destId="{208F15D9-63D1-41BA-9859-F22E5322829D}" srcOrd="0" destOrd="0" presId="urn:microsoft.com/office/officeart/2008/layout/HorizontalMultiLevelHierarchy"/>
    <dgm:cxn modelId="{C066C86D-23F5-4E91-88E5-C624220F559E}" type="presOf" srcId="{EF8954CA-7B19-4194-8C62-E6D4E82AC329}" destId="{E8A63959-9CB8-41DB-9DDE-AD8F1DC770B8}" srcOrd="0" destOrd="0" presId="urn:microsoft.com/office/officeart/2008/layout/HorizontalMultiLevelHierarchy"/>
    <dgm:cxn modelId="{5803F26F-6343-4E7E-A56E-3EAC36FE3F6C}" type="presOf" srcId="{3EA7C4F0-7C43-4534-845B-5A0FDED9177B}" destId="{7872EE1D-D45E-4372-9029-D499DE458291}" srcOrd="0" destOrd="0" presId="urn:microsoft.com/office/officeart/2008/layout/HorizontalMultiLevelHierarchy"/>
    <dgm:cxn modelId="{4EFDDC53-F512-4667-843B-A7B048098802}" srcId="{E1EFB4FB-9C75-4825-998E-63DEEDCE0443}" destId="{7ADABF6F-032F-4903-B2DF-1AE40F7E2E89}" srcOrd="2" destOrd="0" parTransId="{35935DBA-CAC2-45B3-83CA-DBE042C587D2}" sibTransId="{EF60BBA4-BA80-44BD-A239-54A187FE2D34}"/>
    <dgm:cxn modelId="{B456EC59-12B2-4DA1-A9C5-9BB0E1CBA86A}" type="presOf" srcId="{35935DBA-CAC2-45B3-83CA-DBE042C587D2}" destId="{78DB5A8A-CC16-4812-BAE1-D0DA0B20F10B}" srcOrd="1" destOrd="0" presId="urn:microsoft.com/office/officeart/2008/layout/HorizontalMultiLevelHierarchy"/>
    <dgm:cxn modelId="{2B1C6782-95FE-484A-83FE-B8DD932CA9D0}" type="presOf" srcId="{B3E6C09C-BAB8-41E4-B55C-68CC8D55C9A5}" destId="{5B049069-E29A-4F42-A54C-2345D31CA14C}" srcOrd="0" destOrd="0" presId="urn:microsoft.com/office/officeart/2008/layout/HorizontalMultiLevelHierarchy"/>
    <dgm:cxn modelId="{187B5ABC-C5F6-43DD-812E-4DEE87BCDD25}" srcId="{265878DC-D832-4446-B686-785A4FAD8433}" destId="{E1EFB4FB-9C75-4825-998E-63DEEDCE0443}" srcOrd="0" destOrd="0" parTransId="{933F8B9C-6607-4713-8D9A-C540AFEF4BE4}" sibTransId="{4A3B132E-E9F9-43E7-A8AB-8BEF6233D370}"/>
    <dgm:cxn modelId="{9E09B0C0-6257-4678-9251-A0588072588C}" type="presOf" srcId="{35935DBA-CAC2-45B3-83CA-DBE042C587D2}" destId="{99384816-DB49-4B4B-AE7E-274C4F82B3D1}" srcOrd="0" destOrd="0" presId="urn:microsoft.com/office/officeart/2008/layout/HorizontalMultiLevelHierarchy"/>
    <dgm:cxn modelId="{31EF63D0-9F86-41FD-A173-6203B6118BC9}" srcId="{E1EFB4FB-9C75-4825-998E-63DEEDCE0443}" destId="{B3E6C09C-BAB8-41E4-B55C-68CC8D55C9A5}" srcOrd="0" destOrd="0" parTransId="{EF8954CA-7B19-4194-8C62-E6D4E82AC329}" sibTransId="{598F7198-4D50-493D-8D9C-DA46E0A30699}"/>
    <dgm:cxn modelId="{0CE596DB-D2F4-494C-951D-CD3A8C9CF203}" type="presOf" srcId="{7ADABF6F-032F-4903-B2DF-1AE40F7E2E89}" destId="{C9B52F3F-93B7-493F-9625-B0099C69B9C4}" srcOrd="0" destOrd="0" presId="urn:microsoft.com/office/officeart/2008/layout/HorizontalMultiLevelHierarchy"/>
    <dgm:cxn modelId="{E765A074-7795-4BAC-BCD4-0FB41EBF6052}" type="presParOf" srcId="{CBE83A3B-0EFD-40BE-9E59-28720BBF93E1}" destId="{686EC0BE-4E5B-4E3C-8C4B-58985B1DC8CA}" srcOrd="0" destOrd="0" presId="urn:microsoft.com/office/officeart/2008/layout/HorizontalMultiLevelHierarchy"/>
    <dgm:cxn modelId="{8B2DFAF4-BC82-4041-B9D1-346ABBE56AA7}" type="presParOf" srcId="{686EC0BE-4E5B-4E3C-8C4B-58985B1DC8CA}" destId="{B2895CD4-B7B2-4485-B3EE-5C6E7EC2D152}" srcOrd="0" destOrd="0" presId="urn:microsoft.com/office/officeart/2008/layout/HorizontalMultiLevelHierarchy"/>
    <dgm:cxn modelId="{B68EE8CB-5131-45A9-8DE4-D0F8F6C2EE2D}" type="presParOf" srcId="{686EC0BE-4E5B-4E3C-8C4B-58985B1DC8CA}" destId="{78042DDD-56D4-4302-BD52-F4EE87381BFE}" srcOrd="1" destOrd="0" presId="urn:microsoft.com/office/officeart/2008/layout/HorizontalMultiLevelHierarchy"/>
    <dgm:cxn modelId="{7793A8A1-4676-497D-9563-C4C359C67A3E}" type="presParOf" srcId="{78042DDD-56D4-4302-BD52-F4EE87381BFE}" destId="{E8A63959-9CB8-41DB-9DDE-AD8F1DC770B8}" srcOrd="0" destOrd="0" presId="urn:microsoft.com/office/officeart/2008/layout/HorizontalMultiLevelHierarchy"/>
    <dgm:cxn modelId="{9FF49F39-CC31-4562-991F-8EE97629A7ED}" type="presParOf" srcId="{E8A63959-9CB8-41DB-9DDE-AD8F1DC770B8}" destId="{201C2B5D-ACC6-4FB0-A2E1-E619C4CFF0FA}" srcOrd="0" destOrd="0" presId="urn:microsoft.com/office/officeart/2008/layout/HorizontalMultiLevelHierarchy"/>
    <dgm:cxn modelId="{8272E669-371D-488A-AE70-822B10001F3E}" type="presParOf" srcId="{78042DDD-56D4-4302-BD52-F4EE87381BFE}" destId="{5AAF6299-A3D0-42B8-9654-22890EE8DAD9}" srcOrd="1" destOrd="0" presId="urn:microsoft.com/office/officeart/2008/layout/HorizontalMultiLevelHierarchy"/>
    <dgm:cxn modelId="{8BFA80A0-77FC-4FB4-9F79-C3DDBDC93EA2}" type="presParOf" srcId="{5AAF6299-A3D0-42B8-9654-22890EE8DAD9}" destId="{5B049069-E29A-4F42-A54C-2345D31CA14C}" srcOrd="0" destOrd="0" presId="urn:microsoft.com/office/officeart/2008/layout/HorizontalMultiLevelHierarchy"/>
    <dgm:cxn modelId="{42017F13-0CAB-4F91-9982-05F376890850}" type="presParOf" srcId="{5AAF6299-A3D0-42B8-9654-22890EE8DAD9}" destId="{741038D5-0F52-4456-A5E1-02B72CEE3211}" srcOrd="1" destOrd="0" presId="urn:microsoft.com/office/officeart/2008/layout/HorizontalMultiLevelHierarchy"/>
    <dgm:cxn modelId="{8A31A377-DF86-4181-882E-A90C5FB2E166}" type="presParOf" srcId="{78042DDD-56D4-4302-BD52-F4EE87381BFE}" destId="{208F15D9-63D1-41BA-9859-F22E5322829D}" srcOrd="2" destOrd="0" presId="urn:microsoft.com/office/officeart/2008/layout/HorizontalMultiLevelHierarchy"/>
    <dgm:cxn modelId="{6BE798CF-F140-4502-AB61-4AD49AD2F39D}" type="presParOf" srcId="{208F15D9-63D1-41BA-9859-F22E5322829D}" destId="{5AC74B11-A8B8-4DFF-A9D5-F4851FA19343}" srcOrd="0" destOrd="0" presId="urn:microsoft.com/office/officeart/2008/layout/HorizontalMultiLevelHierarchy"/>
    <dgm:cxn modelId="{4E0AC589-8292-4185-86A0-CED498F4A6DA}" type="presParOf" srcId="{78042DDD-56D4-4302-BD52-F4EE87381BFE}" destId="{DDF147C2-B4A6-4674-A7DD-B26FA7417C17}" srcOrd="3" destOrd="0" presId="urn:microsoft.com/office/officeart/2008/layout/HorizontalMultiLevelHierarchy"/>
    <dgm:cxn modelId="{42824940-B331-4C2B-82E5-EB8A9D75CCD3}" type="presParOf" srcId="{DDF147C2-B4A6-4674-A7DD-B26FA7417C17}" destId="{7872EE1D-D45E-4372-9029-D499DE458291}" srcOrd="0" destOrd="0" presId="urn:microsoft.com/office/officeart/2008/layout/HorizontalMultiLevelHierarchy"/>
    <dgm:cxn modelId="{E4A2A602-E6EA-4C17-B4FC-DDED5238BC2A}" type="presParOf" srcId="{DDF147C2-B4A6-4674-A7DD-B26FA7417C17}" destId="{0ADA0DE6-05DB-4621-9C6E-03FF0955B98B}" srcOrd="1" destOrd="0" presId="urn:microsoft.com/office/officeart/2008/layout/HorizontalMultiLevelHierarchy"/>
    <dgm:cxn modelId="{44172041-7B03-4414-A21C-C11F1113E366}" type="presParOf" srcId="{78042DDD-56D4-4302-BD52-F4EE87381BFE}" destId="{99384816-DB49-4B4B-AE7E-274C4F82B3D1}" srcOrd="4" destOrd="0" presId="urn:microsoft.com/office/officeart/2008/layout/HorizontalMultiLevelHierarchy"/>
    <dgm:cxn modelId="{AD8399A6-FA48-4BB4-8025-B2B0FD6BC7C7}" type="presParOf" srcId="{99384816-DB49-4B4B-AE7E-274C4F82B3D1}" destId="{78DB5A8A-CC16-4812-BAE1-D0DA0B20F10B}" srcOrd="0" destOrd="0" presId="urn:microsoft.com/office/officeart/2008/layout/HorizontalMultiLevelHierarchy"/>
    <dgm:cxn modelId="{4B217D98-A351-49E1-BD84-A71A923B8F63}" type="presParOf" srcId="{78042DDD-56D4-4302-BD52-F4EE87381BFE}" destId="{0B5A51E1-BE7B-4D56-9F7D-F1D9B3F01E9E}" srcOrd="5" destOrd="0" presId="urn:microsoft.com/office/officeart/2008/layout/HorizontalMultiLevelHierarchy"/>
    <dgm:cxn modelId="{EDF5EF27-CED4-4BFC-96F2-D56CB7D4E723}" type="presParOf" srcId="{0B5A51E1-BE7B-4D56-9F7D-F1D9B3F01E9E}" destId="{C9B52F3F-93B7-493F-9625-B0099C69B9C4}" srcOrd="0" destOrd="0" presId="urn:microsoft.com/office/officeart/2008/layout/HorizontalMultiLevelHierarchy"/>
    <dgm:cxn modelId="{E56AB2DE-A0D6-4C52-BD31-7321DD8E3770}" type="presParOf" srcId="{0B5A51E1-BE7B-4D56-9F7D-F1D9B3F01E9E}" destId="{34E97363-CD9D-4215-B8F6-91972DFE2D7D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A998CF-94C5-48D1-BB8F-D559A286C97D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s-ES"/>
        </a:p>
      </dgm:t>
    </dgm:pt>
    <dgm:pt modelId="{E2EEC0A5-E29D-40E0-ABC0-0D123B0063BF}">
      <dgm:prSet phldrT="[Texto]"/>
      <dgm:spPr/>
      <dgm:t>
        <a:bodyPr/>
        <a:lstStyle/>
        <a:p>
          <a:pPr algn="ctr"/>
          <a:r>
            <a:rPr lang="es-ES" dirty="0">
              <a:solidFill>
                <a:schemeClr val="tx1"/>
              </a:solidFill>
            </a:rPr>
            <a:t>Tipos De datos </a:t>
          </a:r>
        </a:p>
      </dgm:t>
    </dgm:pt>
    <dgm:pt modelId="{02843EA9-A13D-4272-A2D0-23094CF65EA7}" type="parTrans" cxnId="{F4C0BAB8-1D58-4A50-BD03-4DCF4FB77044}">
      <dgm:prSet/>
      <dgm:spPr/>
      <dgm:t>
        <a:bodyPr/>
        <a:lstStyle/>
        <a:p>
          <a:pPr algn="ctr"/>
          <a:endParaRPr lang="es-ES">
            <a:solidFill>
              <a:schemeClr val="tx1"/>
            </a:solidFill>
          </a:endParaRPr>
        </a:p>
      </dgm:t>
    </dgm:pt>
    <dgm:pt modelId="{A4654846-BB4B-417E-AD7B-E565E64F5727}" type="sibTrans" cxnId="{F4C0BAB8-1D58-4A50-BD03-4DCF4FB77044}">
      <dgm:prSet/>
      <dgm:spPr/>
      <dgm:t>
        <a:bodyPr/>
        <a:lstStyle/>
        <a:p>
          <a:pPr algn="ctr"/>
          <a:endParaRPr lang="es-ES">
            <a:solidFill>
              <a:schemeClr val="tx1"/>
            </a:solidFill>
          </a:endParaRPr>
        </a:p>
      </dgm:t>
    </dgm:pt>
    <dgm:pt modelId="{F83D382F-268F-4BF0-8149-C0BC716C1A74}" type="asst">
      <dgm:prSet phldrT="[Texto]"/>
      <dgm:spPr/>
      <dgm:t>
        <a:bodyPr/>
        <a:lstStyle/>
        <a:p>
          <a:pPr algn="ctr"/>
          <a:r>
            <a:rPr lang="es-ES" dirty="0">
              <a:solidFill>
                <a:schemeClr val="tx1"/>
              </a:solidFill>
            </a:rPr>
            <a:t>Comunes </a:t>
          </a:r>
        </a:p>
      </dgm:t>
    </dgm:pt>
    <dgm:pt modelId="{69200E70-5D25-4912-AFA2-4CBFBEB4B5ED}" type="parTrans" cxnId="{6696684F-63BE-4C28-A341-544E52F79864}">
      <dgm:prSet/>
      <dgm:spPr/>
      <dgm:t>
        <a:bodyPr/>
        <a:lstStyle/>
        <a:p>
          <a:pPr algn="ctr"/>
          <a:endParaRPr lang="es-ES">
            <a:solidFill>
              <a:schemeClr val="tx1"/>
            </a:solidFill>
          </a:endParaRPr>
        </a:p>
      </dgm:t>
    </dgm:pt>
    <dgm:pt modelId="{B880701B-B106-45C2-87C5-E534EC8290B7}" type="sibTrans" cxnId="{6696684F-63BE-4C28-A341-544E52F79864}">
      <dgm:prSet/>
      <dgm:spPr/>
      <dgm:t>
        <a:bodyPr/>
        <a:lstStyle/>
        <a:p>
          <a:pPr algn="ctr"/>
          <a:endParaRPr lang="es-ES">
            <a:solidFill>
              <a:schemeClr val="tx1"/>
            </a:solidFill>
          </a:endParaRPr>
        </a:p>
      </dgm:t>
    </dgm:pt>
    <dgm:pt modelId="{0CB26CC5-D5A6-436C-BBB4-EF038A38B949}">
      <dgm:prSet phldrT="[Texto]"/>
      <dgm:spPr/>
      <dgm:t>
        <a:bodyPr/>
        <a:lstStyle/>
        <a:p>
          <a:pPr algn="ctr"/>
          <a:r>
            <a:rPr lang="es-ES" dirty="0">
              <a:solidFill>
                <a:schemeClr val="tx1"/>
              </a:solidFill>
            </a:rPr>
            <a:t>INT</a:t>
          </a:r>
        </a:p>
      </dgm:t>
    </dgm:pt>
    <dgm:pt modelId="{2D2F3952-33D2-4F28-9987-AD3F54D2FB89}" type="parTrans" cxnId="{BB3A073E-4CF0-4C60-8FC8-0D3ABE23FD30}">
      <dgm:prSet/>
      <dgm:spPr/>
      <dgm:t>
        <a:bodyPr/>
        <a:lstStyle/>
        <a:p>
          <a:pPr algn="ctr"/>
          <a:endParaRPr lang="es-ES">
            <a:solidFill>
              <a:schemeClr val="tx1"/>
            </a:solidFill>
          </a:endParaRPr>
        </a:p>
      </dgm:t>
    </dgm:pt>
    <dgm:pt modelId="{CC3ED53A-6ED8-46BF-872C-38CDD25B3E97}" type="sibTrans" cxnId="{BB3A073E-4CF0-4C60-8FC8-0D3ABE23FD30}">
      <dgm:prSet/>
      <dgm:spPr/>
      <dgm:t>
        <a:bodyPr/>
        <a:lstStyle/>
        <a:p>
          <a:pPr algn="ctr"/>
          <a:endParaRPr lang="es-ES">
            <a:solidFill>
              <a:schemeClr val="tx1"/>
            </a:solidFill>
          </a:endParaRPr>
        </a:p>
      </dgm:t>
    </dgm:pt>
    <dgm:pt modelId="{3048C0DA-52B7-4769-BD8B-B0DA48648775}">
      <dgm:prSet phldrT="[Texto]"/>
      <dgm:spPr/>
      <dgm:t>
        <a:bodyPr/>
        <a:lstStyle/>
        <a:p>
          <a:pPr algn="ctr"/>
          <a:r>
            <a:rPr lang="es-ES" dirty="0">
              <a:solidFill>
                <a:schemeClr val="tx1"/>
              </a:solidFill>
            </a:rPr>
            <a:t>VARCHAR</a:t>
          </a:r>
        </a:p>
      </dgm:t>
    </dgm:pt>
    <dgm:pt modelId="{365B6743-9AC1-447E-B761-E077AB02EC6A}" type="parTrans" cxnId="{2DDFD6FF-F0A4-4942-87C2-64664769F768}">
      <dgm:prSet/>
      <dgm:spPr/>
      <dgm:t>
        <a:bodyPr/>
        <a:lstStyle/>
        <a:p>
          <a:pPr algn="ctr"/>
          <a:endParaRPr lang="es-ES">
            <a:solidFill>
              <a:schemeClr val="tx1"/>
            </a:solidFill>
          </a:endParaRPr>
        </a:p>
      </dgm:t>
    </dgm:pt>
    <dgm:pt modelId="{79006B75-FE8B-4BBC-830E-C30C79977937}" type="sibTrans" cxnId="{2DDFD6FF-F0A4-4942-87C2-64664769F768}">
      <dgm:prSet/>
      <dgm:spPr/>
      <dgm:t>
        <a:bodyPr/>
        <a:lstStyle/>
        <a:p>
          <a:pPr algn="ctr"/>
          <a:endParaRPr lang="es-ES">
            <a:solidFill>
              <a:schemeClr val="tx1"/>
            </a:solidFill>
          </a:endParaRPr>
        </a:p>
      </dgm:t>
    </dgm:pt>
    <dgm:pt modelId="{35DE32BB-D1ED-451A-98C8-F62920751D68}">
      <dgm:prSet phldrT="[Texto]"/>
      <dgm:spPr/>
      <dgm:t>
        <a:bodyPr/>
        <a:lstStyle/>
        <a:p>
          <a:pPr algn="ctr"/>
          <a:r>
            <a:rPr lang="es-ES" dirty="0">
              <a:solidFill>
                <a:schemeClr val="tx1"/>
              </a:solidFill>
            </a:rPr>
            <a:t>TEXT</a:t>
          </a:r>
        </a:p>
      </dgm:t>
    </dgm:pt>
    <dgm:pt modelId="{B5B3846A-E93E-410F-BB0F-E734686037A9}" type="parTrans" cxnId="{2A4C3114-1CC0-4E74-B5AD-9BC7F93D258B}">
      <dgm:prSet/>
      <dgm:spPr/>
      <dgm:t>
        <a:bodyPr/>
        <a:lstStyle/>
        <a:p>
          <a:pPr algn="ctr"/>
          <a:endParaRPr lang="es-ES">
            <a:solidFill>
              <a:schemeClr val="tx1"/>
            </a:solidFill>
          </a:endParaRPr>
        </a:p>
      </dgm:t>
    </dgm:pt>
    <dgm:pt modelId="{0753A5B9-F843-4D4C-BB3D-B528BDE334A1}" type="sibTrans" cxnId="{2A4C3114-1CC0-4E74-B5AD-9BC7F93D258B}">
      <dgm:prSet/>
      <dgm:spPr/>
      <dgm:t>
        <a:bodyPr/>
        <a:lstStyle/>
        <a:p>
          <a:pPr algn="ctr"/>
          <a:endParaRPr lang="es-ES">
            <a:solidFill>
              <a:schemeClr val="tx1"/>
            </a:solidFill>
          </a:endParaRPr>
        </a:p>
      </dgm:t>
    </dgm:pt>
    <dgm:pt modelId="{51ABF84D-B275-4639-96A7-62BB4491B508}">
      <dgm:prSet phldrT="[Texto]"/>
      <dgm:spPr/>
      <dgm:t>
        <a:bodyPr/>
        <a:lstStyle/>
        <a:p>
          <a:pPr algn="ctr"/>
          <a:r>
            <a:rPr lang="es-ES" dirty="0">
              <a:solidFill>
                <a:schemeClr val="tx1"/>
              </a:solidFill>
            </a:rPr>
            <a:t>DATE</a:t>
          </a:r>
        </a:p>
      </dgm:t>
    </dgm:pt>
    <dgm:pt modelId="{94194935-2047-49DE-8761-4708698D2BC8}" type="parTrans" cxnId="{69F1E4F1-63DD-4851-8370-32B7313E4964}">
      <dgm:prSet/>
      <dgm:spPr/>
      <dgm:t>
        <a:bodyPr/>
        <a:lstStyle/>
        <a:p>
          <a:pPr algn="ctr"/>
          <a:endParaRPr lang="es-ES">
            <a:solidFill>
              <a:schemeClr val="tx1"/>
            </a:solidFill>
          </a:endParaRPr>
        </a:p>
      </dgm:t>
    </dgm:pt>
    <dgm:pt modelId="{DC81BC99-9A5D-46A6-A5A0-B6277B9267A8}" type="sibTrans" cxnId="{69F1E4F1-63DD-4851-8370-32B7313E4964}">
      <dgm:prSet/>
      <dgm:spPr/>
      <dgm:t>
        <a:bodyPr/>
        <a:lstStyle/>
        <a:p>
          <a:pPr algn="ctr"/>
          <a:endParaRPr lang="es-ES">
            <a:solidFill>
              <a:schemeClr val="tx1"/>
            </a:solidFill>
          </a:endParaRPr>
        </a:p>
      </dgm:t>
    </dgm:pt>
    <dgm:pt modelId="{97D62E8D-3E59-4B83-9779-37219727C1A6}">
      <dgm:prSet phldrT="[Texto]"/>
      <dgm:spPr/>
      <dgm:t>
        <a:bodyPr/>
        <a:lstStyle/>
        <a:p>
          <a:pPr algn="ctr"/>
          <a:r>
            <a:rPr lang="es-ES" dirty="0">
              <a:solidFill>
                <a:schemeClr val="tx1"/>
              </a:solidFill>
            </a:rPr>
            <a:t>Otros</a:t>
          </a:r>
        </a:p>
      </dgm:t>
    </dgm:pt>
    <dgm:pt modelId="{EC1BE5C2-EA1C-4D4A-B84A-3FCE66AD5D59}" type="parTrans" cxnId="{DF3703BF-0001-4644-AF47-5E6B5281B16F}">
      <dgm:prSet/>
      <dgm:spPr/>
      <dgm:t>
        <a:bodyPr/>
        <a:lstStyle/>
        <a:p>
          <a:pPr algn="ctr"/>
          <a:endParaRPr lang="es-ES">
            <a:solidFill>
              <a:schemeClr val="tx1"/>
            </a:solidFill>
          </a:endParaRPr>
        </a:p>
      </dgm:t>
    </dgm:pt>
    <dgm:pt modelId="{B40D2711-79E8-4180-AEC3-9D92DC39878F}" type="sibTrans" cxnId="{DF3703BF-0001-4644-AF47-5E6B5281B16F}">
      <dgm:prSet/>
      <dgm:spPr/>
      <dgm:t>
        <a:bodyPr/>
        <a:lstStyle/>
        <a:p>
          <a:pPr algn="ctr"/>
          <a:endParaRPr lang="es-ES">
            <a:solidFill>
              <a:schemeClr val="tx1"/>
            </a:solidFill>
          </a:endParaRPr>
        </a:p>
      </dgm:t>
    </dgm:pt>
    <dgm:pt modelId="{814AB2FD-6E44-49D8-B387-898006F58838}">
      <dgm:prSet phldrT="[Texto]"/>
      <dgm:spPr/>
      <dgm:t>
        <a:bodyPr/>
        <a:lstStyle/>
        <a:p>
          <a:pPr algn="ctr"/>
          <a:r>
            <a:rPr lang="es-CO" dirty="0">
              <a:solidFill>
                <a:schemeClr val="tx1"/>
              </a:solidFill>
              <a:latin typeface="Arial" panose="020B0604020202020204" pitchFamily="34" charset="0"/>
            </a:rPr>
            <a:t>Número entero con o sin signo. Con signo el rango de valores va desde 2147483648 a 2147483647. Sin signo el rango va desde 0 a 429.4967.295</a:t>
          </a:r>
          <a:r>
            <a:rPr lang="es-ES" dirty="0">
              <a:solidFill>
                <a:schemeClr val="tx1"/>
              </a:solidFill>
            </a:rPr>
            <a:t> </a:t>
          </a:r>
        </a:p>
      </dgm:t>
    </dgm:pt>
    <dgm:pt modelId="{255D567D-D25F-4E43-ADD8-E2B34E0C519F}" type="parTrans" cxnId="{EF3493D9-D5CD-4BB1-9700-D1C7098F792D}">
      <dgm:prSet/>
      <dgm:spPr/>
      <dgm:t>
        <a:bodyPr/>
        <a:lstStyle/>
        <a:p>
          <a:pPr algn="ctr"/>
          <a:endParaRPr lang="es-ES">
            <a:solidFill>
              <a:schemeClr val="tx1"/>
            </a:solidFill>
          </a:endParaRPr>
        </a:p>
      </dgm:t>
    </dgm:pt>
    <dgm:pt modelId="{6FF7D5EC-7318-4E1B-8218-90073D6F6DAB}" type="sibTrans" cxnId="{EF3493D9-D5CD-4BB1-9700-D1C7098F792D}">
      <dgm:prSet/>
      <dgm:spPr/>
      <dgm:t>
        <a:bodyPr/>
        <a:lstStyle/>
        <a:p>
          <a:pPr algn="ctr"/>
          <a:endParaRPr lang="es-ES">
            <a:solidFill>
              <a:schemeClr val="tx1"/>
            </a:solidFill>
          </a:endParaRPr>
        </a:p>
      </dgm:t>
    </dgm:pt>
    <dgm:pt modelId="{2F7CF405-BD11-4148-AF32-041A432A0F26}">
      <dgm:prSet phldrT="[Texto]"/>
      <dgm:spPr/>
      <dgm:t>
        <a:bodyPr/>
        <a:lstStyle/>
        <a:p>
          <a:pPr algn="ctr"/>
          <a:r>
            <a:rPr lang="es-CO" dirty="0">
              <a:solidFill>
                <a:schemeClr val="tx1"/>
              </a:solidFill>
              <a:latin typeface="Arial" panose="020B0604020202020204" pitchFamily="34" charset="0"/>
            </a:rPr>
            <a:t>Longitud+1 bytes. Almacena una cadena de longitud variable. La cadena podrá contener desde 0 a 255 caracteres</a:t>
          </a:r>
          <a:endParaRPr lang="es-ES" dirty="0">
            <a:solidFill>
              <a:schemeClr val="tx1"/>
            </a:solidFill>
          </a:endParaRPr>
        </a:p>
      </dgm:t>
    </dgm:pt>
    <dgm:pt modelId="{F49B5DBF-7F9D-41BA-B0D9-4C61C4BE2B0E}" type="parTrans" cxnId="{9564AE38-BFBA-491A-845C-62CA12E8B80B}">
      <dgm:prSet/>
      <dgm:spPr/>
      <dgm:t>
        <a:bodyPr/>
        <a:lstStyle/>
        <a:p>
          <a:pPr algn="ctr"/>
          <a:endParaRPr lang="es-ES">
            <a:solidFill>
              <a:schemeClr val="tx1"/>
            </a:solidFill>
          </a:endParaRPr>
        </a:p>
      </dgm:t>
    </dgm:pt>
    <dgm:pt modelId="{3BDA901B-E859-4C71-94D3-4A2751F4F1C3}" type="sibTrans" cxnId="{9564AE38-BFBA-491A-845C-62CA12E8B80B}">
      <dgm:prSet/>
      <dgm:spPr/>
      <dgm:t>
        <a:bodyPr/>
        <a:lstStyle/>
        <a:p>
          <a:pPr algn="ctr"/>
          <a:endParaRPr lang="es-ES">
            <a:solidFill>
              <a:schemeClr val="tx1"/>
            </a:solidFill>
          </a:endParaRPr>
        </a:p>
      </dgm:t>
    </dgm:pt>
    <dgm:pt modelId="{40CD231D-AC33-41F8-8337-625AEB8C87F3}">
      <dgm:prSet phldrT="[Texto]"/>
      <dgm:spPr/>
      <dgm:t>
        <a:bodyPr/>
        <a:lstStyle/>
        <a:p>
          <a:pPr algn="ctr"/>
          <a:r>
            <a:rPr lang="es-CO" dirty="0">
              <a:solidFill>
                <a:schemeClr val="tx1"/>
              </a:solidFill>
              <a:latin typeface="Arial" panose="020B0604020202020204" pitchFamily="34" charset="0"/>
            </a:rPr>
            <a:t>Longitud+2 bytes. Se ordena sin tener en cuenta las Mayúsculas y las minúsculas. Un texto con un máximo de 65535 caracteres</a:t>
          </a:r>
          <a:endParaRPr lang="es-ES" dirty="0">
            <a:solidFill>
              <a:schemeClr val="tx1"/>
            </a:solidFill>
          </a:endParaRPr>
        </a:p>
      </dgm:t>
    </dgm:pt>
    <dgm:pt modelId="{6F4F399D-264F-401B-8D91-FF4285DB0264}" type="parTrans" cxnId="{73FD4796-CA94-4B9E-BE96-43003F99B6EF}">
      <dgm:prSet/>
      <dgm:spPr/>
      <dgm:t>
        <a:bodyPr/>
        <a:lstStyle/>
        <a:p>
          <a:pPr algn="ctr"/>
          <a:endParaRPr lang="es-ES">
            <a:solidFill>
              <a:schemeClr val="tx1"/>
            </a:solidFill>
          </a:endParaRPr>
        </a:p>
      </dgm:t>
    </dgm:pt>
    <dgm:pt modelId="{79365E6A-565A-4AC3-B3AD-C17A92EF07F1}" type="sibTrans" cxnId="{73FD4796-CA94-4B9E-BE96-43003F99B6EF}">
      <dgm:prSet/>
      <dgm:spPr/>
      <dgm:t>
        <a:bodyPr/>
        <a:lstStyle/>
        <a:p>
          <a:pPr algn="ctr"/>
          <a:endParaRPr lang="es-ES">
            <a:solidFill>
              <a:schemeClr val="tx1"/>
            </a:solidFill>
          </a:endParaRPr>
        </a:p>
      </dgm:t>
    </dgm:pt>
    <dgm:pt modelId="{33DB0749-3E40-417B-9A7A-545192A950D8}">
      <dgm:prSet phldrT="[Texto]"/>
      <dgm:spPr/>
      <dgm:t>
        <a:bodyPr/>
        <a:lstStyle/>
        <a:p>
          <a:pPr algn="ctr"/>
          <a:r>
            <a:rPr lang="es-CO" dirty="0">
              <a:solidFill>
                <a:schemeClr val="tx1"/>
              </a:solidFill>
              <a:latin typeface="Arial" panose="020B0604020202020204" pitchFamily="34" charset="0"/>
            </a:rPr>
            <a:t>’1000-01-01’ al ’9999-12-31’.El formato de almacenamiento es de año-mes-día</a:t>
          </a:r>
          <a:endParaRPr lang="es-ES" dirty="0">
            <a:solidFill>
              <a:schemeClr val="tx1"/>
            </a:solidFill>
          </a:endParaRPr>
        </a:p>
      </dgm:t>
    </dgm:pt>
    <dgm:pt modelId="{BC66F5C7-2A13-4381-A1C3-7B45B28A8C0C}" type="parTrans" cxnId="{AC2445C2-7A79-48D2-BE6E-6039FF54F0D9}">
      <dgm:prSet/>
      <dgm:spPr/>
      <dgm:t>
        <a:bodyPr/>
        <a:lstStyle/>
        <a:p>
          <a:pPr algn="ctr"/>
          <a:endParaRPr lang="es-ES">
            <a:solidFill>
              <a:schemeClr val="tx1"/>
            </a:solidFill>
          </a:endParaRPr>
        </a:p>
      </dgm:t>
    </dgm:pt>
    <dgm:pt modelId="{33514B92-D4E6-403D-8058-CE624EB896EF}" type="sibTrans" cxnId="{AC2445C2-7A79-48D2-BE6E-6039FF54F0D9}">
      <dgm:prSet/>
      <dgm:spPr/>
      <dgm:t>
        <a:bodyPr/>
        <a:lstStyle/>
        <a:p>
          <a:pPr algn="ctr"/>
          <a:endParaRPr lang="es-ES">
            <a:solidFill>
              <a:schemeClr val="tx1"/>
            </a:solidFill>
          </a:endParaRPr>
        </a:p>
      </dgm:t>
    </dgm:pt>
    <dgm:pt modelId="{48292955-9AB8-4FC5-976E-E0BC371F8896}">
      <dgm:prSet phldrT="[Texto]"/>
      <dgm:spPr/>
      <dgm:t>
        <a:bodyPr/>
        <a:lstStyle/>
        <a:p>
          <a:pPr algn="ctr"/>
          <a:r>
            <a:rPr lang="es-ES" dirty="0">
              <a:solidFill>
                <a:schemeClr val="tx1"/>
              </a:solidFill>
            </a:rPr>
            <a:t>Dependen del área de aplicación.</a:t>
          </a:r>
        </a:p>
      </dgm:t>
    </dgm:pt>
    <dgm:pt modelId="{290D1805-081A-4FDD-80CD-6F416F8DBFCF}" type="parTrans" cxnId="{25DB23D1-39B8-49AE-A633-6DCDF1FC5874}">
      <dgm:prSet/>
      <dgm:spPr/>
      <dgm:t>
        <a:bodyPr/>
        <a:lstStyle/>
        <a:p>
          <a:pPr algn="ctr"/>
          <a:endParaRPr lang="es-ES">
            <a:solidFill>
              <a:schemeClr val="tx1"/>
            </a:solidFill>
          </a:endParaRPr>
        </a:p>
      </dgm:t>
    </dgm:pt>
    <dgm:pt modelId="{245AF3DE-BBCE-428F-9B60-F2460B250DC3}" type="sibTrans" cxnId="{25DB23D1-39B8-49AE-A633-6DCDF1FC5874}">
      <dgm:prSet/>
      <dgm:spPr/>
      <dgm:t>
        <a:bodyPr/>
        <a:lstStyle/>
        <a:p>
          <a:pPr algn="ctr"/>
          <a:endParaRPr lang="es-ES">
            <a:solidFill>
              <a:schemeClr val="tx1"/>
            </a:solidFill>
          </a:endParaRPr>
        </a:p>
      </dgm:t>
    </dgm:pt>
    <dgm:pt modelId="{0E40F0F9-017D-4660-9942-270621A4216D}">
      <dgm:prSet phldrT="[Texto]"/>
      <dgm:spPr/>
      <dgm:t>
        <a:bodyPr/>
        <a:lstStyle/>
        <a:p>
          <a:pPr algn="ctr"/>
          <a:r>
            <a:rPr lang="es-ES" dirty="0">
              <a:solidFill>
                <a:schemeClr val="tx1"/>
              </a:solidFill>
            </a:rPr>
            <a:t>Precisión </a:t>
          </a:r>
        </a:p>
      </dgm:t>
    </dgm:pt>
    <dgm:pt modelId="{18D22BA3-137F-47AB-BE10-063B63D6CF98}" type="parTrans" cxnId="{C6F6A768-98A3-4FA4-968C-37307E6D9735}">
      <dgm:prSet/>
      <dgm:spPr/>
      <dgm:t>
        <a:bodyPr/>
        <a:lstStyle/>
        <a:p>
          <a:pPr algn="ctr"/>
          <a:endParaRPr lang="es-ES">
            <a:solidFill>
              <a:schemeClr val="tx1"/>
            </a:solidFill>
          </a:endParaRPr>
        </a:p>
      </dgm:t>
    </dgm:pt>
    <dgm:pt modelId="{6A4EB56C-2709-4192-B190-F58DDFBA0E36}" type="sibTrans" cxnId="{C6F6A768-98A3-4FA4-968C-37307E6D9735}">
      <dgm:prSet/>
      <dgm:spPr/>
      <dgm:t>
        <a:bodyPr/>
        <a:lstStyle/>
        <a:p>
          <a:pPr algn="ctr"/>
          <a:endParaRPr lang="es-ES">
            <a:solidFill>
              <a:schemeClr val="tx1"/>
            </a:solidFill>
          </a:endParaRPr>
        </a:p>
      </dgm:t>
    </dgm:pt>
    <dgm:pt modelId="{5086C52D-4E79-4ED4-9660-6A4B93B71F84}">
      <dgm:prSet phldrT="[Texto]"/>
      <dgm:spPr/>
      <dgm:t>
        <a:bodyPr/>
        <a:lstStyle/>
        <a:p>
          <a:pPr algn="ctr"/>
          <a:r>
            <a:rPr lang="es-ES" dirty="0" err="1">
              <a:solidFill>
                <a:schemeClr val="tx1"/>
              </a:solidFill>
            </a:rPr>
            <a:t>Float</a:t>
          </a:r>
          <a:r>
            <a:rPr lang="es-ES" dirty="0">
              <a:solidFill>
                <a:schemeClr val="tx1"/>
              </a:solidFill>
            </a:rPr>
            <a:t> </a:t>
          </a:r>
        </a:p>
      </dgm:t>
    </dgm:pt>
    <dgm:pt modelId="{E7899759-4750-43DB-9B50-A707C73EBB29}" type="parTrans" cxnId="{9C5DAEE4-1CDA-431A-9208-B4153D9D1270}">
      <dgm:prSet/>
      <dgm:spPr/>
      <dgm:t>
        <a:bodyPr/>
        <a:lstStyle/>
        <a:p>
          <a:pPr algn="ctr"/>
          <a:endParaRPr lang="es-ES">
            <a:solidFill>
              <a:schemeClr val="tx1"/>
            </a:solidFill>
          </a:endParaRPr>
        </a:p>
      </dgm:t>
    </dgm:pt>
    <dgm:pt modelId="{DA408342-A6F0-4833-9698-E79707F60491}" type="sibTrans" cxnId="{9C5DAEE4-1CDA-431A-9208-B4153D9D1270}">
      <dgm:prSet/>
      <dgm:spPr/>
      <dgm:t>
        <a:bodyPr/>
        <a:lstStyle/>
        <a:p>
          <a:pPr algn="ctr"/>
          <a:endParaRPr lang="es-ES">
            <a:solidFill>
              <a:schemeClr val="tx1"/>
            </a:solidFill>
          </a:endParaRPr>
        </a:p>
      </dgm:t>
    </dgm:pt>
    <dgm:pt modelId="{8CA251B5-7980-4783-B42F-EE474EC9EF85}">
      <dgm:prSet phldrT="[Texto]"/>
      <dgm:spPr/>
      <dgm:t>
        <a:bodyPr/>
        <a:lstStyle/>
        <a:p>
          <a:pPr algn="ctr"/>
          <a:r>
            <a:rPr lang="es-CO" dirty="0">
              <a:solidFill>
                <a:schemeClr val="tx1"/>
              </a:solidFill>
              <a:latin typeface="Arial" panose="020B0604020202020204" pitchFamily="34" charset="0"/>
            </a:rPr>
            <a:t>Simple precisión. Número pequeño en coma flotante de precisión simple. Los valores válidos van desde -3.402823466E+38 a -1.175494351E-38, 0 y desde1.175494351E-38 a 3.402823466E+38.</a:t>
          </a:r>
          <a:endParaRPr lang="es-ES" dirty="0">
            <a:solidFill>
              <a:schemeClr val="tx1"/>
            </a:solidFill>
          </a:endParaRPr>
        </a:p>
      </dgm:t>
    </dgm:pt>
    <dgm:pt modelId="{10F5781B-497F-40A5-8BB0-F3C38455ACCE}" type="parTrans" cxnId="{12E2214D-2F7B-4FA9-ACF0-7032C4D69689}">
      <dgm:prSet/>
      <dgm:spPr/>
      <dgm:t>
        <a:bodyPr/>
        <a:lstStyle/>
        <a:p>
          <a:pPr algn="ctr"/>
          <a:endParaRPr lang="es-ES">
            <a:solidFill>
              <a:schemeClr val="tx1"/>
            </a:solidFill>
          </a:endParaRPr>
        </a:p>
      </dgm:t>
    </dgm:pt>
    <dgm:pt modelId="{15E9D72E-2B28-4FA9-B300-C7ECE6E444DE}" type="sibTrans" cxnId="{12E2214D-2F7B-4FA9-ACF0-7032C4D69689}">
      <dgm:prSet/>
      <dgm:spPr/>
      <dgm:t>
        <a:bodyPr/>
        <a:lstStyle/>
        <a:p>
          <a:pPr algn="ctr"/>
          <a:endParaRPr lang="es-ES">
            <a:solidFill>
              <a:schemeClr val="tx1"/>
            </a:solidFill>
          </a:endParaRPr>
        </a:p>
      </dgm:t>
    </dgm:pt>
    <dgm:pt modelId="{A7AAED96-6D3E-4D4A-9348-6F508666CB55}" type="pres">
      <dgm:prSet presAssocID="{05A998CF-94C5-48D1-BB8F-D559A286C97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93D9048-323E-4A7B-AFC0-72423106FBF2}" type="pres">
      <dgm:prSet presAssocID="{E2EEC0A5-E29D-40E0-ABC0-0D123B0063BF}" presName="hierRoot1" presStyleCnt="0">
        <dgm:presLayoutVars>
          <dgm:hierBranch val="init"/>
        </dgm:presLayoutVars>
      </dgm:prSet>
      <dgm:spPr/>
    </dgm:pt>
    <dgm:pt modelId="{FD048D12-D19E-4D41-9597-253B5F6AA400}" type="pres">
      <dgm:prSet presAssocID="{E2EEC0A5-E29D-40E0-ABC0-0D123B0063BF}" presName="rootComposite1" presStyleCnt="0"/>
      <dgm:spPr/>
    </dgm:pt>
    <dgm:pt modelId="{EC18C81B-63A2-48D6-A897-E546BF9BB063}" type="pres">
      <dgm:prSet presAssocID="{E2EEC0A5-E29D-40E0-ABC0-0D123B0063BF}" presName="rootText1" presStyleLbl="node0" presStyleIdx="0" presStyleCnt="1">
        <dgm:presLayoutVars>
          <dgm:chPref val="3"/>
        </dgm:presLayoutVars>
      </dgm:prSet>
      <dgm:spPr/>
    </dgm:pt>
    <dgm:pt modelId="{501B06B6-A134-44FC-BCD9-26A769FAE397}" type="pres">
      <dgm:prSet presAssocID="{E2EEC0A5-E29D-40E0-ABC0-0D123B0063BF}" presName="rootConnector1" presStyleLbl="node1" presStyleIdx="0" presStyleCnt="0"/>
      <dgm:spPr/>
    </dgm:pt>
    <dgm:pt modelId="{38A4E902-E52F-4BBE-9969-12B5C21D2740}" type="pres">
      <dgm:prSet presAssocID="{E2EEC0A5-E29D-40E0-ABC0-0D123B0063BF}" presName="hierChild2" presStyleCnt="0"/>
      <dgm:spPr/>
    </dgm:pt>
    <dgm:pt modelId="{49FE9FE6-B626-4616-93BA-C4DADC697D5F}" type="pres">
      <dgm:prSet presAssocID="{2D2F3952-33D2-4F28-9987-AD3F54D2FB89}" presName="Name64" presStyleLbl="parChTrans1D2" presStyleIdx="0" presStyleCnt="7"/>
      <dgm:spPr/>
    </dgm:pt>
    <dgm:pt modelId="{B3BAEDC0-943F-4479-BFF8-2AED7CA66E97}" type="pres">
      <dgm:prSet presAssocID="{0CB26CC5-D5A6-436C-BBB4-EF038A38B949}" presName="hierRoot2" presStyleCnt="0">
        <dgm:presLayoutVars>
          <dgm:hierBranch val="init"/>
        </dgm:presLayoutVars>
      </dgm:prSet>
      <dgm:spPr/>
    </dgm:pt>
    <dgm:pt modelId="{55DB159E-A59B-44C1-AD1D-BA409E8424BD}" type="pres">
      <dgm:prSet presAssocID="{0CB26CC5-D5A6-436C-BBB4-EF038A38B949}" presName="rootComposite" presStyleCnt="0"/>
      <dgm:spPr/>
    </dgm:pt>
    <dgm:pt modelId="{A51743B8-111F-4871-B7A5-47C2ED80F609}" type="pres">
      <dgm:prSet presAssocID="{0CB26CC5-D5A6-436C-BBB4-EF038A38B949}" presName="rootText" presStyleLbl="node2" presStyleIdx="0" presStyleCnt="6">
        <dgm:presLayoutVars>
          <dgm:chPref val="3"/>
        </dgm:presLayoutVars>
      </dgm:prSet>
      <dgm:spPr/>
    </dgm:pt>
    <dgm:pt modelId="{8C4D3144-2B2A-4493-9515-E8555C041D20}" type="pres">
      <dgm:prSet presAssocID="{0CB26CC5-D5A6-436C-BBB4-EF038A38B949}" presName="rootConnector" presStyleLbl="node2" presStyleIdx="0" presStyleCnt="6"/>
      <dgm:spPr/>
    </dgm:pt>
    <dgm:pt modelId="{28D07607-79A3-4CE1-8D74-955AA7E6AB18}" type="pres">
      <dgm:prSet presAssocID="{0CB26CC5-D5A6-436C-BBB4-EF038A38B949}" presName="hierChild4" presStyleCnt="0"/>
      <dgm:spPr/>
    </dgm:pt>
    <dgm:pt modelId="{9D4FDD29-DB29-416A-9184-07E514C25CE2}" type="pres">
      <dgm:prSet presAssocID="{255D567D-D25F-4E43-ADD8-E2B34E0C519F}" presName="Name64" presStyleLbl="parChTrans1D3" presStyleIdx="0" presStyleCnt="7"/>
      <dgm:spPr/>
    </dgm:pt>
    <dgm:pt modelId="{FA56959A-8EA6-4638-897A-D5E60EFE7F33}" type="pres">
      <dgm:prSet presAssocID="{814AB2FD-6E44-49D8-B387-898006F58838}" presName="hierRoot2" presStyleCnt="0">
        <dgm:presLayoutVars>
          <dgm:hierBranch val="init"/>
        </dgm:presLayoutVars>
      </dgm:prSet>
      <dgm:spPr/>
    </dgm:pt>
    <dgm:pt modelId="{6C025259-D6BB-4A2F-AD84-A28F25ACE35E}" type="pres">
      <dgm:prSet presAssocID="{814AB2FD-6E44-49D8-B387-898006F58838}" presName="rootComposite" presStyleCnt="0"/>
      <dgm:spPr/>
    </dgm:pt>
    <dgm:pt modelId="{787FD995-F3C0-4F7C-BF0F-B345C1E59A73}" type="pres">
      <dgm:prSet presAssocID="{814AB2FD-6E44-49D8-B387-898006F58838}" presName="rootText" presStyleLbl="node3" presStyleIdx="0" presStyleCnt="7" custScaleX="323962">
        <dgm:presLayoutVars>
          <dgm:chPref val="3"/>
        </dgm:presLayoutVars>
      </dgm:prSet>
      <dgm:spPr/>
    </dgm:pt>
    <dgm:pt modelId="{9183FB2F-F330-4385-850F-D78832A8AA8F}" type="pres">
      <dgm:prSet presAssocID="{814AB2FD-6E44-49D8-B387-898006F58838}" presName="rootConnector" presStyleLbl="node3" presStyleIdx="0" presStyleCnt="7"/>
      <dgm:spPr/>
    </dgm:pt>
    <dgm:pt modelId="{757BCB3D-B6EC-4A9A-ACAB-45E6367C5C82}" type="pres">
      <dgm:prSet presAssocID="{814AB2FD-6E44-49D8-B387-898006F58838}" presName="hierChild4" presStyleCnt="0"/>
      <dgm:spPr/>
    </dgm:pt>
    <dgm:pt modelId="{766981E6-605A-459E-B11E-100A755C31E8}" type="pres">
      <dgm:prSet presAssocID="{814AB2FD-6E44-49D8-B387-898006F58838}" presName="hierChild5" presStyleCnt="0"/>
      <dgm:spPr/>
    </dgm:pt>
    <dgm:pt modelId="{566B5134-7C66-4722-9438-59EC717163CB}" type="pres">
      <dgm:prSet presAssocID="{0CB26CC5-D5A6-436C-BBB4-EF038A38B949}" presName="hierChild5" presStyleCnt="0"/>
      <dgm:spPr/>
    </dgm:pt>
    <dgm:pt modelId="{65D8B507-0D00-486F-A443-518A29475998}" type="pres">
      <dgm:prSet presAssocID="{E7899759-4750-43DB-9B50-A707C73EBB29}" presName="Name64" presStyleLbl="parChTrans1D2" presStyleIdx="1" presStyleCnt="7"/>
      <dgm:spPr/>
    </dgm:pt>
    <dgm:pt modelId="{81E3B904-AAFE-48BA-BF23-DD3BA30833FF}" type="pres">
      <dgm:prSet presAssocID="{5086C52D-4E79-4ED4-9660-6A4B93B71F84}" presName="hierRoot2" presStyleCnt="0">
        <dgm:presLayoutVars>
          <dgm:hierBranch val="init"/>
        </dgm:presLayoutVars>
      </dgm:prSet>
      <dgm:spPr/>
    </dgm:pt>
    <dgm:pt modelId="{5C434EB3-452C-40B0-A75D-A33FDAE0FFFE}" type="pres">
      <dgm:prSet presAssocID="{5086C52D-4E79-4ED4-9660-6A4B93B71F84}" presName="rootComposite" presStyleCnt="0"/>
      <dgm:spPr/>
    </dgm:pt>
    <dgm:pt modelId="{5782F6BA-1BB7-4A84-9646-42EC5C143E41}" type="pres">
      <dgm:prSet presAssocID="{5086C52D-4E79-4ED4-9660-6A4B93B71F84}" presName="rootText" presStyleLbl="node2" presStyleIdx="1" presStyleCnt="6">
        <dgm:presLayoutVars>
          <dgm:chPref val="3"/>
        </dgm:presLayoutVars>
      </dgm:prSet>
      <dgm:spPr/>
    </dgm:pt>
    <dgm:pt modelId="{5C29BCB5-B6B4-4557-AF59-F0B331C1C41D}" type="pres">
      <dgm:prSet presAssocID="{5086C52D-4E79-4ED4-9660-6A4B93B71F84}" presName="rootConnector" presStyleLbl="node2" presStyleIdx="1" presStyleCnt="6"/>
      <dgm:spPr/>
    </dgm:pt>
    <dgm:pt modelId="{67338679-B038-4B00-9284-4BAF0D432F27}" type="pres">
      <dgm:prSet presAssocID="{5086C52D-4E79-4ED4-9660-6A4B93B71F84}" presName="hierChild4" presStyleCnt="0"/>
      <dgm:spPr/>
    </dgm:pt>
    <dgm:pt modelId="{D5FA764E-9DC2-438E-BDA3-42BF3F588CE0}" type="pres">
      <dgm:prSet presAssocID="{10F5781B-497F-40A5-8BB0-F3C38455ACCE}" presName="Name64" presStyleLbl="parChTrans1D3" presStyleIdx="1" presStyleCnt="7"/>
      <dgm:spPr/>
    </dgm:pt>
    <dgm:pt modelId="{4C781ED9-579F-4813-BB00-A4E9A0CA9B35}" type="pres">
      <dgm:prSet presAssocID="{8CA251B5-7980-4783-B42F-EE474EC9EF85}" presName="hierRoot2" presStyleCnt="0">
        <dgm:presLayoutVars>
          <dgm:hierBranch val="init"/>
        </dgm:presLayoutVars>
      </dgm:prSet>
      <dgm:spPr/>
    </dgm:pt>
    <dgm:pt modelId="{B5449091-6377-44BB-9539-CE7D7AC201A5}" type="pres">
      <dgm:prSet presAssocID="{8CA251B5-7980-4783-B42F-EE474EC9EF85}" presName="rootComposite" presStyleCnt="0"/>
      <dgm:spPr/>
    </dgm:pt>
    <dgm:pt modelId="{B23974B1-F2CF-48BA-8DE2-05659D35E1F3}" type="pres">
      <dgm:prSet presAssocID="{8CA251B5-7980-4783-B42F-EE474EC9EF85}" presName="rootText" presStyleLbl="node3" presStyleIdx="1" presStyleCnt="7" custScaleX="318058">
        <dgm:presLayoutVars>
          <dgm:chPref val="3"/>
        </dgm:presLayoutVars>
      </dgm:prSet>
      <dgm:spPr/>
    </dgm:pt>
    <dgm:pt modelId="{D8F84678-1793-4F93-AC14-4F89AD17B13C}" type="pres">
      <dgm:prSet presAssocID="{8CA251B5-7980-4783-B42F-EE474EC9EF85}" presName="rootConnector" presStyleLbl="node3" presStyleIdx="1" presStyleCnt="7"/>
      <dgm:spPr/>
    </dgm:pt>
    <dgm:pt modelId="{449463FA-12D2-4BD2-AF58-94F8D4E55268}" type="pres">
      <dgm:prSet presAssocID="{8CA251B5-7980-4783-B42F-EE474EC9EF85}" presName="hierChild4" presStyleCnt="0"/>
      <dgm:spPr/>
    </dgm:pt>
    <dgm:pt modelId="{70FA2188-EA5A-45A2-8CF0-67944289A0C3}" type="pres">
      <dgm:prSet presAssocID="{8CA251B5-7980-4783-B42F-EE474EC9EF85}" presName="hierChild5" presStyleCnt="0"/>
      <dgm:spPr/>
    </dgm:pt>
    <dgm:pt modelId="{EFC6AE8D-6488-428F-804C-98D93F224A26}" type="pres">
      <dgm:prSet presAssocID="{5086C52D-4E79-4ED4-9660-6A4B93B71F84}" presName="hierChild5" presStyleCnt="0"/>
      <dgm:spPr/>
    </dgm:pt>
    <dgm:pt modelId="{B11804BA-7562-411D-A699-4FC8A2798D14}" type="pres">
      <dgm:prSet presAssocID="{365B6743-9AC1-447E-B761-E077AB02EC6A}" presName="Name64" presStyleLbl="parChTrans1D2" presStyleIdx="2" presStyleCnt="7"/>
      <dgm:spPr/>
    </dgm:pt>
    <dgm:pt modelId="{1B48A220-BFD1-44A3-8AB2-08B16D71BFB5}" type="pres">
      <dgm:prSet presAssocID="{3048C0DA-52B7-4769-BD8B-B0DA48648775}" presName="hierRoot2" presStyleCnt="0">
        <dgm:presLayoutVars>
          <dgm:hierBranch val="init"/>
        </dgm:presLayoutVars>
      </dgm:prSet>
      <dgm:spPr/>
    </dgm:pt>
    <dgm:pt modelId="{5142CD4D-D0D1-453F-94D4-4A387ED03D46}" type="pres">
      <dgm:prSet presAssocID="{3048C0DA-52B7-4769-BD8B-B0DA48648775}" presName="rootComposite" presStyleCnt="0"/>
      <dgm:spPr/>
    </dgm:pt>
    <dgm:pt modelId="{36772D66-D232-4A1F-9459-BA33D3018151}" type="pres">
      <dgm:prSet presAssocID="{3048C0DA-52B7-4769-BD8B-B0DA48648775}" presName="rootText" presStyleLbl="node2" presStyleIdx="2" presStyleCnt="6">
        <dgm:presLayoutVars>
          <dgm:chPref val="3"/>
        </dgm:presLayoutVars>
      </dgm:prSet>
      <dgm:spPr/>
    </dgm:pt>
    <dgm:pt modelId="{101B1F3C-FF6B-41F4-B86B-3BD279EE5CDC}" type="pres">
      <dgm:prSet presAssocID="{3048C0DA-52B7-4769-BD8B-B0DA48648775}" presName="rootConnector" presStyleLbl="node2" presStyleIdx="2" presStyleCnt="6"/>
      <dgm:spPr/>
    </dgm:pt>
    <dgm:pt modelId="{447E05BA-4C01-447E-92F7-356F69741FD6}" type="pres">
      <dgm:prSet presAssocID="{3048C0DA-52B7-4769-BD8B-B0DA48648775}" presName="hierChild4" presStyleCnt="0"/>
      <dgm:spPr/>
    </dgm:pt>
    <dgm:pt modelId="{73CC3420-9371-4E14-B601-28D7DAAF80BB}" type="pres">
      <dgm:prSet presAssocID="{F49B5DBF-7F9D-41BA-B0D9-4C61C4BE2B0E}" presName="Name64" presStyleLbl="parChTrans1D3" presStyleIdx="2" presStyleCnt="7"/>
      <dgm:spPr/>
    </dgm:pt>
    <dgm:pt modelId="{3892BA39-0CB5-4349-81F5-AB193B599165}" type="pres">
      <dgm:prSet presAssocID="{2F7CF405-BD11-4148-AF32-041A432A0F26}" presName="hierRoot2" presStyleCnt="0">
        <dgm:presLayoutVars>
          <dgm:hierBranch val="init"/>
        </dgm:presLayoutVars>
      </dgm:prSet>
      <dgm:spPr/>
    </dgm:pt>
    <dgm:pt modelId="{A088D6EE-2164-434D-8A46-32963B8C156F}" type="pres">
      <dgm:prSet presAssocID="{2F7CF405-BD11-4148-AF32-041A432A0F26}" presName="rootComposite" presStyleCnt="0"/>
      <dgm:spPr/>
    </dgm:pt>
    <dgm:pt modelId="{EAD3DAD6-7CAC-4A42-8CB5-FD5FDB628176}" type="pres">
      <dgm:prSet presAssocID="{2F7CF405-BD11-4148-AF32-041A432A0F26}" presName="rootText" presStyleLbl="node3" presStyleIdx="2" presStyleCnt="7" custScaleX="312304">
        <dgm:presLayoutVars>
          <dgm:chPref val="3"/>
        </dgm:presLayoutVars>
      </dgm:prSet>
      <dgm:spPr/>
    </dgm:pt>
    <dgm:pt modelId="{8AC696D9-7676-46DB-A46B-AFCDAB94DBDD}" type="pres">
      <dgm:prSet presAssocID="{2F7CF405-BD11-4148-AF32-041A432A0F26}" presName="rootConnector" presStyleLbl="node3" presStyleIdx="2" presStyleCnt="7"/>
      <dgm:spPr/>
    </dgm:pt>
    <dgm:pt modelId="{729C9A2C-CB2A-43A3-B339-59E730AB9B91}" type="pres">
      <dgm:prSet presAssocID="{2F7CF405-BD11-4148-AF32-041A432A0F26}" presName="hierChild4" presStyleCnt="0"/>
      <dgm:spPr/>
    </dgm:pt>
    <dgm:pt modelId="{08D6FFFD-6C0A-465D-8FB1-C9D1C145C3E7}" type="pres">
      <dgm:prSet presAssocID="{2F7CF405-BD11-4148-AF32-041A432A0F26}" presName="hierChild5" presStyleCnt="0"/>
      <dgm:spPr/>
    </dgm:pt>
    <dgm:pt modelId="{E4880F0A-4370-4F54-ABFA-59BD7567EE54}" type="pres">
      <dgm:prSet presAssocID="{3048C0DA-52B7-4769-BD8B-B0DA48648775}" presName="hierChild5" presStyleCnt="0"/>
      <dgm:spPr/>
    </dgm:pt>
    <dgm:pt modelId="{C893319C-5D14-43BD-A079-5526F9580251}" type="pres">
      <dgm:prSet presAssocID="{B5B3846A-E93E-410F-BB0F-E734686037A9}" presName="Name64" presStyleLbl="parChTrans1D2" presStyleIdx="3" presStyleCnt="7"/>
      <dgm:spPr/>
    </dgm:pt>
    <dgm:pt modelId="{D00CFB71-230B-4AD5-BC95-699542D63A0A}" type="pres">
      <dgm:prSet presAssocID="{35DE32BB-D1ED-451A-98C8-F62920751D68}" presName="hierRoot2" presStyleCnt="0">
        <dgm:presLayoutVars>
          <dgm:hierBranch val="init"/>
        </dgm:presLayoutVars>
      </dgm:prSet>
      <dgm:spPr/>
    </dgm:pt>
    <dgm:pt modelId="{81F0C722-A07F-4F3E-95D1-844E1D733C4E}" type="pres">
      <dgm:prSet presAssocID="{35DE32BB-D1ED-451A-98C8-F62920751D68}" presName="rootComposite" presStyleCnt="0"/>
      <dgm:spPr/>
    </dgm:pt>
    <dgm:pt modelId="{48C075BE-7251-42EF-A79D-B14F4514FDBE}" type="pres">
      <dgm:prSet presAssocID="{35DE32BB-D1ED-451A-98C8-F62920751D68}" presName="rootText" presStyleLbl="node2" presStyleIdx="3" presStyleCnt="6">
        <dgm:presLayoutVars>
          <dgm:chPref val="3"/>
        </dgm:presLayoutVars>
      </dgm:prSet>
      <dgm:spPr/>
    </dgm:pt>
    <dgm:pt modelId="{D9F2B064-C875-435F-8235-8DB6E2DF48CF}" type="pres">
      <dgm:prSet presAssocID="{35DE32BB-D1ED-451A-98C8-F62920751D68}" presName="rootConnector" presStyleLbl="node2" presStyleIdx="3" presStyleCnt="6"/>
      <dgm:spPr/>
    </dgm:pt>
    <dgm:pt modelId="{D77CA308-8422-4C1A-96D7-EEC1EF3B9EF5}" type="pres">
      <dgm:prSet presAssocID="{35DE32BB-D1ED-451A-98C8-F62920751D68}" presName="hierChild4" presStyleCnt="0"/>
      <dgm:spPr/>
    </dgm:pt>
    <dgm:pt modelId="{05624C2A-BC64-49A8-B846-ED0E9B8A176F}" type="pres">
      <dgm:prSet presAssocID="{6F4F399D-264F-401B-8D91-FF4285DB0264}" presName="Name64" presStyleLbl="parChTrans1D3" presStyleIdx="3" presStyleCnt="7"/>
      <dgm:spPr/>
    </dgm:pt>
    <dgm:pt modelId="{CDD68E70-92E5-4673-964A-5FB619CEE189}" type="pres">
      <dgm:prSet presAssocID="{40CD231D-AC33-41F8-8337-625AEB8C87F3}" presName="hierRoot2" presStyleCnt="0">
        <dgm:presLayoutVars>
          <dgm:hierBranch val="init"/>
        </dgm:presLayoutVars>
      </dgm:prSet>
      <dgm:spPr/>
    </dgm:pt>
    <dgm:pt modelId="{AAEC8EA0-1908-408D-AAAC-BA92B25FD184}" type="pres">
      <dgm:prSet presAssocID="{40CD231D-AC33-41F8-8337-625AEB8C87F3}" presName="rootComposite" presStyleCnt="0"/>
      <dgm:spPr/>
    </dgm:pt>
    <dgm:pt modelId="{C2D645BD-ED49-4E67-B0E4-1F879104C9B3}" type="pres">
      <dgm:prSet presAssocID="{40CD231D-AC33-41F8-8337-625AEB8C87F3}" presName="rootText" presStyleLbl="node3" presStyleIdx="3" presStyleCnt="7" custScaleX="330068">
        <dgm:presLayoutVars>
          <dgm:chPref val="3"/>
        </dgm:presLayoutVars>
      </dgm:prSet>
      <dgm:spPr/>
    </dgm:pt>
    <dgm:pt modelId="{8CA9B00F-0000-44FE-BB22-F536ABBB6075}" type="pres">
      <dgm:prSet presAssocID="{40CD231D-AC33-41F8-8337-625AEB8C87F3}" presName="rootConnector" presStyleLbl="node3" presStyleIdx="3" presStyleCnt="7"/>
      <dgm:spPr/>
    </dgm:pt>
    <dgm:pt modelId="{9B6ED062-031D-4396-94C8-87A243CADC7D}" type="pres">
      <dgm:prSet presAssocID="{40CD231D-AC33-41F8-8337-625AEB8C87F3}" presName="hierChild4" presStyleCnt="0"/>
      <dgm:spPr/>
    </dgm:pt>
    <dgm:pt modelId="{4AB1AAA3-2942-42BF-9959-AEB06A12269D}" type="pres">
      <dgm:prSet presAssocID="{40CD231D-AC33-41F8-8337-625AEB8C87F3}" presName="hierChild5" presStyleCnt="0"/>
      <dgm:spPr/>
    </dgm:pt>
    <dgm:pt modelId="{0CCE917A-A6E0-49A9-AA7D-37B1C73F9827}" type="pres">
      <dgm:prSet presAssocID="{35DE32BB-D1ED-451A-98C8-F62920751D68}" presName="hierChild5" presStyleCnt="0"/>
      <dgm:spPr/>
    </dgm:pt>
    <dgm:pt modelId="{B0B07D2A-4BCD-48A2-923D-811B7BEA6A2D}" type="pres">
      <dgm:prSet presAssocID="{94194935-2047-49DE-8761-4708698D2BC8}" presName="Name64" presStyleLbl="parChTrans1D2" presStyleIdx="4" presStyleCnt="7"/>
      <dgm:spPr/>
    </dgm:pt>
    <dgm:pt modelId="{C6E91694-1777-443C-8283-CBA3294DE96A}" type="pres">
      <dgm:prSet presAssocID="{51ABF84D-B275-4639-96A7-62BB4491B508}" presName="hierRoot2" presStyleCnt="0">
        <dgm:presLayoutVars>
          <dgm:hierBranch val="init"/>
        </dgm:presLayoutVars>
      </dgm:prSet>
      <dgm:spPr/>
    </dgm:pt>
    <dgm:pt modelId="{0F5AFBE0-F990-4A59-A779-66D08D26F78F}" type="pres">
      <dgm:prSet presAssocID="{51ABF84D-B275-4639-96A7-62BB4491B508}" presName="rootComposite" presStyleCnt="0"/>
      <dgm:spPr/>
    </dgm:pt>
    <dgm:pt modelId="{7859DDA9-A084-4B11-A7D9-838C6F6DB1AC}" type="pres">
      <dgm:prSet presAssocID="{51ABF84D-B275-4639-96A7-62BB4491B508}" presName="rootText" presStyleLbl="node2" presStyleIdx="4" presStyleCnt="6">
        <dgm:presLayoutVars>
          <dgm:chPref val="3"/>
        </dgm:presLayoutVars>
      </dgm:prSet>
      <dgm:spPr/>
    </dgm:pt>
    <dgm:pt modelId="{E45C19FE-62D3-4F36-8CF8-2345E66560EC}" type="pres">
      <dgm:prSet presAssocID="{51ABF84D-B275-4639-96A7-62BB4491B508}" presName="rootConnector" presStyleLbl="node2" presStyleIdx="4" presStyleCnt="6"/>
      <dgm:spPr/>
    </dgm:pt>
    <dgm:pt modelId="{6F740C01-53A2-4303-849A-9FCCBF5E6585}" type="pres">
      <dgm:prSet presAssocID="{51ABF84D-B275-4639-96A7-62BB4491B508}" presName="hierChild4" presStyleCnt="0"/>
      <dgm:spPr/>
    </dgm:pt>
    <dgm:pt modelId="{54D768C4-9C7E-45B4-9899-F788E9BCB0C1}" type="pres">
      <dgm:prSet presAssocID="{BC66F5C7-2A13-4381-A1C3-7B45B28A8C0C}" presName="Name64" presStyleLbl="parChTrans1D3" presStyleIdx="4" presStyleCnt="7"/>
      <dgm:spPr/>
    </dgm:pt>
    <dgm:pt modelId="{22BFDDC4-C44E-45C2-8C79-584EB49C6AA7}" type="pres">
      <dgm:prSet presAssocID="{33DB0749-3E40-417B-9A7A-545192A950D8}" presName="hierRoot2" presStyleCnt="0">
        <dgm:presLayoutVars>
          <dgm:hierBranch val="init"/>
        </dgm:presLayoutVars>
      </dgm:prSet>
      <dgm:spPr/>
    </dgm:pt>
    <dgm:pt modelId="{4C870DC6-5B64-4B5F-B4C4-0AF09017EB4B}" type="pres">
      <dgm:prSet presAssocID="{33DB0749-3E40-417B-9A7A-545192A950D8}" presName="rootComposite" presStyleCnt="0"/>
      <dgm:spPr/>
    </dgm:pt>
    <dgm:pt modelId="{8CEE58BC-46C3-438A-9C1E-DE0D1D197CAF}" type="pres">
      <dgm:prSet presAssocID="{33DB0749-3E40-417B-9A7A-545192A950D8}" presName="rootText" presStyleLbl="node3" presStyleIdx="4" presStyleCnt="7" custScaleX="328981">
        <dgm:presLayoutVars>
          <dgm:chPref val="3"/>
        </dgm:presLayoutVars>
      </dgm:prSet>
      <dgm:spPr/>
    </dgm:pt>
    <dgm:pt modelId="{D21C9E53-2BAA-460C-BF4E-B1021287E801}" type="pres">
      <dgm:prSet presAssocID="{33DB0749-3E40-417B-9A7A-545192A950D8}" presName="rootConnector" presStyleLbl="node3" presStyleIdx="4" presStyleCnt="7"/>
      <dgm:spPr/>
    </dgm:pt>
    <dgm:pt modelId="{CFF3650A-BBA8-42EB-B105-BB3662C1846E}" type="pres">
      <dgm:prSet presAssocID="{33DB0749-3E40-417B-9A7A-545192A950D8}" presName="hierChild4" presStyleCnt="0"/>
      <dgm:spPr/>
    </dgm:pt>
    <dgm:pt modelId="{611A446B-D8A9-4F06-8C89-548AE4BA1FF6}" type="pres">
      <dgm:prSet presAssocID="{33DB0749-3E40-417B-9A7A-545192A950D8}" presName="hierChild5" presStyleCnt="0"/>
      <dgm:spPr/>
    </dgm:pt>
    <dgm:pt modelId="{37ED32FD-88BF-4B61-B2FE-E10D8E6E097C}" type="pres">
      <dgm:prSet presAssocID="{51ABF84D-B275-4639-96A7-62BB4491B508}" presName="hierChild5" presStyleCnt="0"/>
      <dgm:spPr/>
    </dgm:pt>
    <dgm:pt modelId="{95F34E17-B7FF-41AF-BDC3-A5258314158D}" type="pres">
      <dgm:prSet presAssocID="{EC1BE5C2-EA1C-4D4A-B84A-3FCE66AD5D59}" presName="Name64" presStyleLbl="parChTrans1D2" presStyleIdx="5" presStyleCnt="7"/>
      <dgm:spPr/>
    </dgm:pt>
    <dgm:pt modelId="{23C3C27A-4EAD-4C45-933D-3F763D57BD5D}" type="pres">
      <dgm:prSet presAssocID="{97D62E8D-3E59-4B83-9779-37219727C1A6}" presName="hierRoot2" presStyleCnt="0">
        <dgm:presLayoutVars>
          <dgm:hierBranch val="init"/>
        </dgm:presLayoutVars>
      </dgm:prSet>
      <dgm:spPr/>
    </dgm:pt>
    <dgm:pt modelId="{3FE776D8-C844-4D91-B2D0-A1BFB781C008}" type="pres">
      <dgm:prSet presAssocID="{97D62E8D-3E59-4B83-9779-37219727C1A6}" presName="rootComposite" presStyleCnt="0"/>
      <dgm:spPr/>
    </dgm:pt>
    <dgm:pt modelId="{B862D613-B726-4ABC-85F1-EBDAFDAD8B4B}" type="pres">
      <dgm:prSet presAssocID="{97D62E8D-3E59-4B83-9779-37219727C1A6}" presName="rootText" presStyleLbl="node2" presStyleIdx="5" presStyleCnt="6">
        <dgm:presLayoutVars>
          <dgm:chPref val="3"/>
        </dgm:presLayoutVars>
      </dgm:prSet>
      <dgm:spPr/>
    </dgm:pt>
    <dgm:pt modelId="{4A2C74FC-C65E-4845-A95A-C9D1270AF65A}" type="pres">
      <dgm:prSet presAssocID="{97D62E8D-3E59-4B83-9779-37219727C1A6}" presName="rootConnector" presStyleLbl="node2" presStyleIdx="5" presStyleCnt="6"/>
      <dgm:spPr/>
    </dgm:pt>
    <dgm:pt modelId="{2EF795A4-C33D-451B-95CA-48FB662124D5}" type="pres">
      <dgm:prSet presAssocID="{97D62E8D-3E59-4B83-9779-37219727C1A6}" presName="hierChild4" presStyleCnt="0"/>
      <dgm:spPr/>
    </dgm:pt>
    <dgm:pt modelId="{EB3EBB1E-E729-4414-93FE-7D89638C5B5C}" type="pres">
      <dgm:prSet presAssocID="{290D1805-081A-4FDD-80CD-6F416F8DBFCF}" presName="Name64" presStyleLbl="parChTrans1D3" presStyleIdx="5" presStyleCnt="7"/>
      <dgm:spPr/>
    </dgm:pt>
    <dgm:pt modelId="{0487384B-6DCE-4C03-B551-251CCFA79EA4}" type="pres">
      <dgm:prSet presAssocID="{48292955-9AB8-4FC5-976E-E0BC371F8896}" presName="hierRoot2" presStyleCnt="0">
        <dgm:presLayoutVars>
          <dgm:hierBranch val="init"/>
        </dgm:presLayoutVars>
      </dgm:prSet>
      <dgm:spPr/>
    </dgm:pt>
    <dgm:pt modelId="{3BA478F2-AB53-472C-B05C-C047AE24DBD8}" type="pres">
      <dgm:prSet presAssocID="{48292955-9AB8-4FC5-976E-E0BC371F8896}" presName="rootComposite" presStyleCnt="0"/>
      <dgm:spPr/>
    </dgm:pt>
    <dgm:pt modelId="{0774AE97-40D9-4739-9F2B-B4ECE34A17FB}" type="pres">
      <dgm:prSet presAssocID="{48292955-9AB8-4FC5-976E-E0BC371F8896}" presName="rootText" presStyleLbl="node3" presStyleIdx="5" presStyleCnt="7">
        <dgm:presLayoutVars>
          <dgm:chPref val="3"/>
        </dgm:presLayoutVars>
      </dgm:prSet>
      <dgm:spPr/>
    </dgm:pt>
    <dgm:pt modelId="{CDE34E0B-6B89-4876-8480-61668C2D77B0}" type="pres">
      <dgm:prSet presAssocID="{48292955-9AB8-4FC5-976E-E0BC371F8896}" presName="rootConnector" presStyleLbl="node3" presStyleIdx="5" presStyleCnt="7"/>
      <dgm:spPr/>
    </dgm:pt>
    <dgm:pt modelId="{66DCA44A-D380-46D4-AE77-2A333CCC640D}" type="pres">
      <dgm:prSet presAssocID="{48292955-9AB8-4FC5-976E-E0BC371F8896}" presName="hierChild4" presStyleCnt="0"/>
      <dgm:spPr/>
    </dgm:pt>
    <dgm:pt modelId="{936B9B27-7823-4942-9AB7-A891C4477766}" type="pres">
      <dgm:prSet presAssocID="{48292955-9AB8-4FC5-976E-E0BC371F8896}" presName="hierChild5" presStyleCnt="0"/>
      <dgm:spPr/>
    </dgm:pt>
    <dgm:pt modelId="{717D9B7E-6C8A-4D36-89AB-7474355A488A}" type="pres">
      <dgm:prSet presAssocID="{18D22BA3-137F-47AB-BE10-063B63D6CF98}" presName="Name64" presStyleLbl="parChTrans1D3" presStyleIdx="6" presStyleCnt="7"/>
      <dgm:spPr/>
    </dgm:pt>
    <dgm:pt modelId="{FFD3AAD2-0532-49EF-84AC-AA25A09CBBD7}" type="pres">
      <dgm:prSet presAssocID="{0E40F0F9-017D-4660-9942-270621A4216D}" presName="hierRoot2" presStyleCnt="0">
        <dgm:presLayoutVars>
          <dgm:hierBranch val="init"/>
        </dgm:presLayoutVars>
      </dgm:prSet>
      <dgm:spPr/>
    </dgm:pt>
    <dgm:pt modelId="{BF0FD121-6E3E-4155-8FBB-160CC90634B4}" type="pres">
      <dgm:prSet presAssocID="{0E40F0F9-017D-4660-9942-270621A4216D}" presName="rootComposite" presStyleCnt="0"/>
      <dgm:spPr/>
    </dgm:pt>
    <dgm:pt modelId="{D72EBAF0-63FB-4AA1-9EBC-E775B23C3C69}" type="pres">
      <dgm:prSet presAssocID="{0E40F0F9-017D-4660-9942-270621A4216D}" presName="rootText" presStyleLbl="node3" presStyleIdx="6" presStyleCnt="7">
        <dgm:presLayoutVars>
          <dgm:chPref val="3"/>
        </dgm:presLayoutVars>
      </dgm:prSet>
      <dgm:spPr/>
    </dgm:pt>
    <dgm:pt modelId="{2A845E5F-7B29-46FA-85F1-18DD2266D26D}" type="pres">
      <dgm:prSet presAssocID="{0E40F0F9-017D-4660-9942-270621A4216D}" presName="rootConnector" presStyleLbl="node3" presStyleIdx="6" presStyleCnt="7"/>
      <dgm:spPr/>
    </dgm:pt>
    <dgm:pt modelId="{426262A2-2051-4F89-A357-3FAA0933AF88}" type="pres">
      <dgm:prSet presAssocID="{0E40F0F9-017D-4660-9942-270621A4216D}" presName="hierChild4" presStyleCnt="0"/>
      <dgm:spPr/>
    </dgm:pt>
    <dgm:pt modelId="{850BC5F3-A073-4CAD-862A-C8EFA9420C98}" type="pres">
      <dgm:prSet presAssocID="{0E40F0F9-017D-4660-9942-270621A4216D}" presName="hierChild5" presStyleCnt="0"/>
      <dgm:spPr/>
    </dgm:pt>
    <dgm:pt modelId="{C5552573-604F-42F8-8BEF-11F08443A931}" type="pres">
      <dgm:prSet presAssocID="{97D62E8D-3E59-4B83-9779-37219727C1A6}" presName="hierChild5" presStyleCnt="0"/>
      <dgm:spPr/>
    </dgm:pt>
    <dgm:pt modelId="{59D39435-0EA3-4E69-B658-62CDC93AD43F}" type="pres">
      <dgm:prSet presAssocID="{E2EEC0A5-E29D-40E0-ABC0-0D123B0063BF}" presName="hierChild3" presStyleCnt="0"/>
      <dgm:spPr/>
    </dgm:pt>
    <dgm:pt modelId="{0E48696E-65A9-456A-84BD-ABAC28C41DF9}" type="pres">
      <dgm:prSet presAssocID="{69200E70-5D25-4912-AFA2-4CBFBEB4B5ED}" presName="Name115" presStyleLbl="parChTrans1D2" presStyleIdx="6" presStyleCnt="7"/>
      <dgm:spPr/>
    </dgm:pt>
    <dgm:pt modelId="{84737D48-B6A1-4BFA-AA69-1DA5D2329B99}" type="pres">
      <dgm:prSet presAssocID="{F83D382F-268F-4BF0-8149-C0BC716C1A74}" presName="hierRoot3" presStyleCnt="0">
        <dgm:presLayoutVars>
          <dgm:hierBranch val="init"/>
        </dgm:presLayoutVars>
      </dgm:prSet>
      <dgm:spPr/>
    </dgm:pt>
    <dgm:pt modelId="{F67F1D58-84B0-46E9-B96A-0DABBBDBA683}" type="pres">
      <dgm:prSet presAssocID="{F83D382F-268F-4BF0-8149-C0BC716C1A74}" presName="rootComposite3" presStyleCnt="0"/>
      <dgm:spPr/>
    </dgm:pt>
    <dgm:pt modelId="{04384A84-6810-4EC6-85A6-6D003FCCE274}" type="pres">
      <dgm:prSet presAssocID="{F83D382F-268F-4BF0-8149-C0BC716C1A74}" presName="rootText3" presStyleLbl="asst1" presStyleIdx="0" presStyleCnt="1">
        <dgm:presLayoutVars>
          <dgm:chPref val="3"/>
        </dgm:presLayoutVars>
      </dgm:prSet>
      <dgm:spPr/>
    </dgm:pt>
    <dgm:pt modelId="{9DA823A7-2480-4B00-8BD0-1FED80EC1D0F}" type="pres">
      <dgm:prSet presAssocID="{F83D382F-268F-4BF0-8149-C0BC716C1A74}" presName="rootConnector3" presStyleLbl="asst1" presStyleIdx="0" presStyleCnt="1"/>
      <dgm:spPr/>
    </dgm:pt>
    <dgm:pt modelId="{AD03E446-62BC-42CB-974B-FCB3C0C12DD3}" type="pres">
      <dgm:prSet presAssocID="{F83D382F-268F-4BF0-8149-C0BC716C1A74}" presName="hierChild6" presStyleCnt="0"/>
      <dgm:spPr/>
    </dgm:pt>
    <dgm:pt modelId="{DF63BD28-2FAD-4F8E-A8D8-A2674FCD0BCD}" type="pres">
      <dgm:prSet presAssocID="{F83D382F-268F-4BF0-8149-C0BC716C1A74}" presName="hierChild7" presStyleCnt="0"/>
      <dgm:spPr/>
    </dgm:pt>
  </dgm:ptLst>
  <dgm:cxnLst>
    <dgm:cxn modelId="{A8D3C208-80D6-4068-B364-2C69AFD16D48}" type="presOf" srcId="{05A998CF-94C5-48D1-BB8F-D559A286C97D}" destId="{A7AAED96-6D3E-4D4A-9348-6F508666CB55}" srcOrd="0" destOrd="0" presId="urn:microsoft.com/office/officeart/2009/3/layout/HorizontalOrganizationChart"/>
    <dgm:cxn modelId="{C633A70C-3505-46E7-A267-E274588C7A33}" type="presOf" srcId="{8CA251B5-7980-4783-B42F-EE474EC9EF85}" destId="{D8F84678-1793-4F93-AC14-4F89AD17B13C}" srcOrd="1" destOrd="0" presId="urn:microsoft.com/office/officeart/2009/3/layout/HorizontalOrganizationChart"/>
    <dgm:cxn modelId="{859F250E-6FBB-4F09-9CA4-889A50C8A5B4}" type="presOf" srcId="{814AB2FD-6E44-49D8-B387-898006F58838}" destId="{787FD995-F3C0-4F7C-BF0F-B345C1E59A73}" srcOrd="0" destOrd="0" presId="urn:microsoft.com/office/officeart/2009/3/layout/HorizontalOrganizationChart"/>
    <dgm:cxn modelId="{52493C0E-EEC0-46C8-9179-4E48FA4A6627}" type="presOf" srcId="{F83D382F-268F-4BF0-8149-C0BC716C1A74}" destId="{04384A84-6810-4EC6-85A6-6D003FCCE274}" srcOrd="0" destOrd="0" presId="urn:microsoft.com/office/officeart/2009/3/layout/HorizontalOrganizationChart"/>
    <dgm:cxn modelId="{2A4C3114-1CC0-4E74-B5AD-9BC7F93D258B}" srcId="{E2EEC0A5-E29D-40E0-ABC0-0D123B0063BF}" destId="{35DE32BB-D1ED-451A-98C8-F62920751D68}" srcOrd="4" destOrd="0" parTransId="{B5B3846A-E93E-410F-BB0F-E734686037A9}" sibTransId="{0753A5B9-F843-4D4C-BB3D-B528BDE334A1}"/>
    <dgm:cxn modelId="{27837A1D-E9C8-4B97-A2A2-C58D0414FA9A}" type="presOf" srcId="{F83D382F-268F-4BF0-8149-C0BC716C1A74}" destId="{9DA823A7-2480-4B00-8BD0-1FED80EC1D0F}" srcOrd="1" destOrd="0" presId="urn:microsoft.com/office/officeart/2009/3/layout/HorizontalOrganizationChart"/>
    <dgm:cxn modelId="{DFB8CE1D-B033-455D-B17D-FAE6AA7B925E}" type="presOf" srcId="{E7899759-4750-43DB-9B50-A707C73EBB29}" destId="{65D8B507-0D00-486F-A443-518A29475998}" srcOrd="0" destOrd="0" presId="urn:microsoft.com/office/officeart/2009/3/layout/HorizontalOrganizationChart"/>
    <dgm:cxn modelId="{6D7F701F-C175-4E66-864E-43967666CFC8}" type="presOf" srcId="{E2EEC0A5-E29D-40E0-ABC0-0D123B0063BF}" destId="{EC18C81B-63A2-48D6-A897-E546BF9BB063}" srcOrd="0" destOrd="0" presId="urn:microsoft.com/office/officeart/2009/3/layout/HorizontalOrganizationChart"/>
    <dgm:cxn modelId="{C5588C1F-5853-4204-8D2B-7161CD76FF9E}" type="presOf" srcId="{48292955-9AB8-4FC5-976E-E0BC371F8896}" destId="{CDE34E0B-6B89-4876-8480-61668C2D77B0}" srcOrd="1" destOrd="0" presId="urn:microsoft.com/office/officeart/2009/3/layout/HorizontalOrganizationChart"/>
    <dgm:cxn modelId="{BC6C9629-DEF0-4BCF-B80A-069141E5FA87}" type="presOf" srcId="{E2EEC0A5-E29D-40E0-ABC0-0D123B0063BF}" destId="{501B06B6-A134-44FC-BCD9-26A769FAE397}" srcOrd="1" destOrd="0" presId="urn:microsoft.com/office/officeart/2009/3/layout/HorizontalOrganizationChart"/>
    <dgm:cxn modelId="{9564AE38-BFBA-491A-845C-62CA12E8B80B}" srcId="{3048C0DA-52B7-4769-BD8B-B0DA48648775}" destId="{2F7CF405-BD11-4148-AF32-041A432A0F26}" srcOrd="0" destOrd="0" parTransId="{F49B5DBF-7F9D-41BA-B0D9-4C61C4BE2B0E}" sibTransId="{3BDA901B-E859-4C71-94D3-4A2751F4F1C3}"/>
    <dgm:cxn modelId="{BB3A073E-4CF0-4C60-8FC8-0D3ABE23FD30}" srcId="{E2EEC0A5-E29D-40E0-ABC0-0D123B0063BF}" destId="{0CB26CC5-D5A6-436C-BBB4-EF038A38B949}" srcOrd="1" destOrd="0" parTransId="{2D2F3952-33D2-4F28-9987-AD3F54D2FB89}" sibTransId="{CC3ED53A-6ED8-46BF-872C-38CDD25B3E97}"/>
    <dgm:cxn modelId="{D427025B-B6F0-4F2E-90A4-6CF0174B4791}" type="presOf" srcId="{0E40F0F9-017D-4660-9942-270621A4216D}" destId="{2A845E5F-7B29-46FA-85F1-18DD2266D26D}" srcOrd="1" destOrd="0" presId="urn:microsoft.com/office/officeart/2009/3/layout/HorizontalOrganizationChart"/>
    <dgm:cxn modelId="{55BA635B-2C62-4BA0-8C5F-A6D604F140AD}" type="presOf" srcId="{10F5781B-497F-40A5-8BB0-F3C38455ACCE}" destId="{D5FA764E-9DC2-438E-BDA3-42BF3F588CE0}" srcOrd="0" destOrd="0" presId="urn:microsoft.com/office/officeart/2009/3/layout/HorizontalOrganizationChart"/>
    <dgm:cxn modelId="{E7E01A5C-DDEB-45E1-B414-886E017B644F}" type="presOf" srcId="{6F4F399D-264F-401B-8D91-FF4285DB0264}" destId="{05624C2A-BC64-49A8-B846-ED0E9B8A176F}" srcOrd="0" destOrd="0" presId="urn:microsoft.com/office/officeart/2009/3/layout/HorizontalOrganizationChart"/>
    <dgm:cxn modelId="{F7118E5D-7030-4AEC-82E7-1BF8500E6084}" type="presOf" srcId="{35DE32BB-D1ED-451A-98C8-F62920751D68}" destId="{48C075BE-7251-42EF-A79D-B14F4514FDBE}" srcOrd="0" destOrd="0" presId="urn:microsoft.com/office/officeart/2009/3/layout/HorizontalOrganizationChart"/>
    <dgm:cxn modelId="{F1095E61-8A6F-47CB-9F49-5924827339C5}" type="presOf" srcId="{5086C52D-4E79-4ED4-9660-6A4B93B71F84}" destId="{5C29BCB5-B6B4-4557-AF59-F0B331C1C41D}" srcOrd="1" destOrd="0" presId="urn:microsoft.com/office/officeart/2009/3/layout/HorizontalOrganizationChart"/>
    <dgm:cxn modelId="{DBFAAA66-56AD-4640-BCCB-DFE62CA264E6}" type="presOf" srcId="{0CB26CC5-D5A6-436C-BBB4-EF038A38B949}" destId="{8C4D3144-2B2A-4493-9515-E8555C041D20}" srcOrd="1" destOrd="0" presId="urn:microsoft.com/office/officeart/2009/3/layout/HorizontalOrganizationChart"/>
    <dgm:cxn modelId="{C6F6A768-98A3-4FA4-968C-37307E6D9735}" srcId="{97D62E8D-3E59-4B83-9779-37219727C1A6}" destId="{0E40F0F9-017D-4660-9942-270621A4216D}" srcOrd="1" destOrd="0" parTransId="{18D22BA3-137F-47AB-BE10-063B63D6CF98}" sibTransId="{6A4EB56C-2709-4192-B190-F58DDFBA0E36}"/>
    <dgm:cxn modelId="{7E82324C-95EA-4CC1-B35A-F807264795FD}" type="presOf" srcId="{F49B5DBF-7F9D-41BA-B0D9-4C61C4BE2B0E}" destId="{73CC3420-9371-4E14-B601-28D7DAAF80BB}" srcOrd="0" destOrd="0" presId="urn:microsoft.com/office/officeart/2009/3/layout/HorizontalOrganizationChart"/>
    <dgm:cxn modelId="{286C7E4C-2765-4993-86C1-5487F85A698D}" type="presOf" srcId="{40CD231D-AC33-41F8-8337-625AEB8C87F3}" destId="{C2D645BD-ED49-4E67-B0E4-1F879104C9B3}" srcOrd="0" destOrd="0" presId="urn:microsoft.com/office/officeart/2009/3/layout/HorizontalOrganizationChart"/>
    <dgm:cxn modelId="{12E2214D-2F7B-4FA9-ACF0-7032C4D69689}" srcId="{5086C52D-4E79-4ED4-9660-6A4B93B71F84}" destId="{8CA251B5-7980-4783-B42F-EE474EC9EF85}" srcOrd="0" destOrd="0" parTransId="{10F5781B-497F-40A5-8BB0-F3C38455ACCE}" sibTransId="{15E9D72E-2B28-4FA9-B300-C7ECE6E444DE}"/>
    <dgm:cxn modelId="{35C3CB4E-816E-4F16-A0FE-380C0234CAA1}" type="presOf" srcId="{2F7CF405-BD11-4148-AF32-041A432A0F26}" destId="{8AC696D9-7676-46DB-A46B-AFCDAB94DBDD}" srcOrd="1" destOrd="0" presId="urn:microsoft.com/office/officeart/2009/3/layout/HorizontalOrganizationChart"/>
    <dgm:cxn modelId="{6696684F-63BE-4C28-A341-544E52F79864}" srcId="{E2EEC0A5-E29D-40E0-ABC0-0D123B0063BF}" destId="{F83D382F-268F-4BF0-8149-C0BC716C1A74}" srcOrd="0" destOrd="0" parTransId="{69200E70-5D25-4912-AFA2-4CBFBEB4B5ED}" sibTransId="{B880701B-B106-45C2-87C5-E534EC8290B7}"/>
    <dgm:cxn modelId="{87E52651-9545-49BA-A70B-8FC874B7D3DE}" type="presOf" srcId="{35DE32BB-D1ED-451A-98C8-F62920751D68}" destId="{D9F2B064-C875-435F-8235-8DB6E2DF48CF}" srcOrd="1" destOrd="0" presId="urn:microsoft.com/office/officeart/2009/3/layout/HorizontalOrganizationChart"/>
    <dgm:cxn modelId="{CFEB9572-FBD3-44D9-A4F0-FB27C6F1E828}" type="presOf" srcId="{2D2F3952-33D2-4F28-9987-AD3F54D2FB89}" destId="{49FE9FE6-B626-4616-93BA-C4DADC697D5F}" srcOrd="0" destOrd="0" presId="urn:microsoft.com/office/officeart/2009/3/layout/HorizontalOrganizationChart"/>
    <dgm:cxn modelId="{4F942154-ADF9-4E8F-8EDE-F48013F77322}" type="presOf" srcId="{3048C0DA-52B7-4769-BD8B-B0DA48648775}" destId="{101B1F3C-FF6B-41F4-B86B-3BD279EE5CDC}" srcOrd="1" destOrd="0" presId="urn:microsoft.com/office/officeart/2009/3/layout/HorizontalOrganizationChart"/>
    <dgm:cxn modelId="{814D0277-76BA-43C9-8135-2017B24FE3BD}" type="presOf" srcId="{365B6743-9AC1-447E-B761-E077AB02EC6A}" destId="{B11804BA-7562-411D-A699-4FC8A2798D14}" srcOrd="0" destOrd="0" presId="urn:microsoft.com/office/officeart/2009/3/layout/HorizontalOrganizationChart"/>
    <dgm:cxn modelId="{FA6E7D8A-D689-47AF-B825-1EE8AD36BB20}" type="presOf" srcId="{18D22BA3-137F-47AB-BE10-063B63D6CF98}" destId="{717D9B7E-6C8A-4D36-89AB-7474355A488A}" srcOrd="0" destOrd="0" presId="urn:microsoft.com/office/officeart/2009/3/layout/HorizontalOrganizationChart"/>
    <dgm:cxn modelId="{23DC0C93-C7DD-494E-B288-3BBB35C40225}" type="presOf" srcId="{B5B3846A-E93E-410F-BB0F-E734686037A9}" destId="{C893319C-5D14-43BD-A079-5526F9580251}" srcOrd="0" destOrd="0" presId="urn:microsoft.com/office/officeart/2009/3/layout/HorizontalOrganizationChart"/>
    <dgm:cxn modelId="{73FD4796-CA94-4B9E-BE96-43003F99B6EF}" srcId="{35DE32BB-D1ED-451A-98C8-F62920751D68}" destId="{40CD231D-AC33-41F8-8337-625AEB8C87F3}" srcOrd="0" destOrd="0" parTransId="{6F4F399D-264F-401B-8D91-FF4285DB0264}" sibTransId="{79365E6A-565A-4AC3-B3AD-C17A92EF07F1}"/>
    <dgm:cxn modelId="{4B6AFA96-288B-42D6-A356-25168A5A9E38}" type="presOf" srcId="{5086C52D-4E79-4ED4-9660-6A4B93B71F84}" destId="{5782F6BA-1BB7-4A84-9646-42EC5C143E41}" srcOrd="0" destOrd="0" presId="urn:microsoft.com/office/officeart/2009/3/layout/HorizontalOrganizationChart"/>
    <dgm:cxn modelId="{10022699-B1AD-4625-BD0E-F4A0457F8FB0}" type="presOf" srcId="{0E40F0F9-017D-4660-9942-270621A4216D}" destId="{D72EBAF0-63FB-4AA1-9EBC-E775B23C3C69}" srcOrd="0" destOrd="0" presId="urn:microsoft.com/office/officeart/2009/3/layout/HorizontalOrganizationChart"/>
    <dgm:cxn modelId="{7CE0ECA8-E18E-4FC3-85BA-437A405B7C50}" type="presOf" srcId="{255D567D-D25F-4E43-ADD8-E2B34E0C519F}" destId="{9D4FDD29-DB29-416A-9184-07E514C25CE2}" srcOrd="0" destOrd="0" presId="urn:microsoft.com/office/officeart/2009/3/layout/HorizontalOrganizationChart"/>
    <dgm:cxn modelId="{2C86D9AB-F36C-4758-AC11-E1085B225A6A}" type="presOf" srcId="{8CA251B5-7980-4783-B42F-EE474EC9EF85}" destId="{B23974B1-F2CF-48BA-8DE2-05659D35E1F3}" srcOrd="0" destOrd="0" presId="urn:microsoft.com/office/officeart/2009/3/layout/HorizontalOrganizationChart"/>
    <dgm:cxn modelId="{796E95AF-CD52-4B59-8E05-2ECC0480C466}" type="presOf" srcId="{33DB0749-3E40-417B-9A7A-545192A950D8}" destId="{D21C9E53-2BAA-460C-BF4E-B1021287E801}" srcOrd="1" destOrd="0" presId="urn:microsoft.com/office/officeart/2009/3/layout/HorizontalOrganizationChart"/>
    <dgm:cxn modelId="{86A9DFB2-491E-498B-A6FF-753DF6942048}" type="presOf" srcId="{51ABF84D-B275-4639-96A7-62BB4491B508}" destId="{E45C19FE-62D3-4F36-8CF8-2345E66560EC}" srcOrd="1" destOrd="0" presId="urn:microsoft.com/office/officeart/2009/3/layout/HorizontalOrganizationChart"/>
    <dgm:cxn modelId="{990F92B3-AA55-4149-946C-87CE7CD04FD6}" type="presOf" srcId="{40CD231D-AC33-41F8-8337-625AEB8C87F3}" destId="{8CA9B00F-0000-44FE-BB22-F536ABBB6075}" srcOrd="1" destOrd="0" presId="urn:microsoft.com/office/officeart/2009/3/layout/HorizontalOrganizationChart"/>
    <dgm:cxn modelId="{5DA0D1B7-065D-4C12-BBFF-82CACD575456}" type="presOf" srcId="{290D1805-081A-4FDD-80CD-6F416F8DBFCF}" destId="{EB3EBB1E-E729-4414-93FE-7D89638C5B5C}" srcOrd="0" destOrd="0" presId="urn:microsoft.com/office/officeart/2009/3/layout/HorizontalOrganizationChart"/>
    <dgm:cxn modelId="{F4C0BAB8-1D58-4A50-BD03-4DCF4FB77044}" srcId="{05A998CF-94C5-48D1-BB8F-D559A286C97D}" destId="{E2EEC0A5-E29D-40E0-ABC0-0D123B0063BF}" srcOrd="0" destOrd="0" parTransId="{02843EA9-A13D-4272-A2D0-23094CF65EA7}" sibTransId="{A4654846-BB4B-417E-AD7B-E565E64F5727}"/>
    <dgm:cxn modelId="{DB89B6BE-372D-4213-954E-31F79337AF2D}" type="presOf" srcId="{97D62E8D-3E59-4B83-9779-37219727C1A6}" destId="{B862D613-B726-4ABC-85F1-EBDAFDAD8B4B}" srcOrd="0" destOrd="0" presId="urn:microsoft.com/office/officeart/2009/3/layout/HorizontalOrganizationChart"/>
    <dgm:cxn modelId="{DF3703BF-0001-4644-AF47-5E6B5281B16F}" srcId="{E2EEC0A5-E29D-40E0-ABC0-0D123B0063BF}" destId="{97D62E8D-3E59-4B83-9779-37219727C1A6}" srcOrd="6" destOrd="0" parTransId="{EC1BE5C2-EA1C-4D4A-B84A-3FCE66AD5D59}" sibTransId="{B40D2711-79E8-4180-AEC3-9D92DC39878F}"/>
    <dgm:cxn modelId="{AC2445C2-7A79-48D2-BE6E-6039FF54F0D9}" srcId="{51ABF84D-B275-4639-96A7-62BB4491B508}" destId="{33DB0749-3E40-417B-9A7A-545192A950D8}" srcOrd="0" destOrd="0" parTransId="{BC66F5C7-2A13-4381-A1C3-7B45B28A8C0C}" sibTransId="{33514B92-D4E6-403D-8058-CE624EB896EF}"/>
    <dgm:cxn modelId="{72999FC8-3C8C-42D0-A6B5-5A58FE50F24F}" type="presOf" srcId="{97D62E8D-3E59-4B83-9779-37219727C1A6}" destId="{4A2C74FC-C65E-4845-A95A-C9D1270AF65A}" srcOrd="1" destOrd="0" presId="urn:microsoft.com/office/officeart/2009/3/layout/HorizontalOrganizationChart"/>
    <dgm:cxn modelId="{519781CE-F7BF-4831-858E-0C2D7BD2EB34}" type="presOf" srcId="{0CB26CC5-D5A6-436C-BBB4-EF038A38B949}" destId="{A51743B8-111F-4871-B7A5-47C2ED80F609}" srcOrd="0" destOrd="0" presId="urn:microsoft.com/office/officeart/2009/3/layout/HorizontalOrganizationChart"/>
    <dgm:cxn modelId="{020FA7CF-91F6-4C14-BE25-44B86D75BE77}" type="presOf" srcId="{51ABF84D-B275-4639-96A7-62BB4491B508}" destId="{7859DDA9-A084-4B11-A7D9-838C6F6DB1AC}" srcOrd="0" destOrd="0" presId="urn:microsoft.com/office/officeart/2009/3/layout/HorizontalOrganizationChart"/>
    <dgm:cxn modelId="{9728C3CF-BC8D-4056-85A0-6EB774D08550}" type="presOf" srcId="{48292955-9AB8-4FC5-976E-E0BC371F8896}" destId="{0774AE97-40D9-4739-9F2B-B4ECE34A17FB}" srcOrd="0" destOrd="0" presId="urn:microsoft.com/office/officeart/2009/3/layout/HorizontalOrganizationChart"/>
    <dgm:cxn modelId="{25DB23D1-39B8-49AE-A633-6DCDF1FC5874}" srcId="{97D62E8D-3E59-4B83-9779-37219727C1A6}" destId="{48292955-9AB8-4FC5-976E-E0BC371F8896}" srcOrd="0" destOrd="0" parTransId="{290D1805-081A-4FDD-80CD-6F416F8DBFCF}" sibTransId="{245AF3DE-BBCE-428F-9B60-F2460B250DC3}"/>
    <dgm:cxn modelId="{AE38FED2-6387-4CDA-A881-E4371F6E6E6B}" type="presOf" srcId="{94194935-2047-49DE-8761-4708698D2BC8}" destId="{B0B07D2A-4BCD-48A2-923D-811B7BEA6A2D}" srcOrd="0" destOrd="0" presId="urn:microsoft.com/office/officeart/2009/3/layout/HorizontalOrganizationChart"/>
    <dgm:cxn modelId="{EF3493D9-D5CD-4BB1-9700-D1C7098F792D}" srcId="{0CB26CC5-D5A6-436C-BBB4-EF038A38B949}" destId="{814AB2FD-6E44-49D8-B387-898006F58838}" srcOrd="0" destOrd="0" parTransId="{255D567D-D25F-4E43-ADD8-E2B34E0C519F}" sibTransId="{6FF7D5EC-7318-4E1B-8218-90073D6F6DAB}"/>
    <dgm:cxn modelId="{F12A13DA-24AA-4748-9A5B-C5DF441D5213}" type="presOf" srcId="{EC1BE5C2-EA1C-4D4A-B84A-3FCE66AD5D59}" destId="{95F34E17-B7FF-41AF-BDC3-A5258314158D}" srcOrd="0" destOrd="0" presId="urn:microsoft.com/office/officeart/2009/3/layout/HorizontalOrganizationChart"/>
    <dgm:cxn modelId="{9C5DAEE4-1CDA-431A-9208-B4153D9D1270}" srcId="{E2EEC0A5-E29D-40E0-ABC0-0D123B0063BF}" destId="{5086C52D-4E79-4ED4-9660-6A4B93B71F84}" srcOrd="2" destOrd="0" parTransId="{E7899759-4750-43DB-9B50-A707C73EBB29}" sibTransId="{DA408342-A6F0-4833-9698-E79707F60491}"/>
    <dgm:cxn modelId="{E086C4E8-EA8A-49B5-83C7-F7EFD85DA071}" type="presOf" srcId="{2F7CF405-BD11-4148-AF32-041A432A0F26}" destId="{EAD3DAD6-7CAC-4A42-8CB5-FD5FDB628176}" srcOrd="0" destOrd="0" presId="urn:microsoft.com/office/officeart/2009/3/layout/HorizontalOrganizationChart"/>
    <dgm:cxn modelId="{84DC0AEE-BD04-46AC-A897-EDDED89065F8}" type="presOf" srcId="{3048C0DA-52B7-4769-BD8B-B0DA48648775}" destId="{36772D66-D232-4A1F-9459-BA33D3018151}" srcOrd="0" destOrd="0" presId="urn:microsoft.com/office/officeart/2009/3/layout/HorizontalOrganizationChart"/>
    <dgm:cxn modelId="{C94ACFEF-C979-4C45-A1B5-D973C0289A00}" type="presOf" srcId="{33DB0749-3E40-417B-9A7A-545192A950D8}" destId="{8CEE58BC-46C3-438A-9C1E-DE0D1D197CAF}" srcOrd="0" destOrd="0" presId="urn:microsoft.com/office/officeart/2009/3/layout/HorizontalOrganizationChart"/>
    <dgm:cxn modelId="{69F1E4F1-63DD-4851-8370-32B7313E4964}" srcId="{E2EEC0A5-E29D-40E0-ABC0-0D123B0063BF}" destId="{51ABF84D-B275-4639-96A7-62BB4491B508}" srcOrd="5" destOrd="0" parTransId="{94194935-2047-49DE-8761-4708698D2BC8}" sibTransId="{DC81BC99-9A5D-46A6-A5A0-B6277B9267A8}"/>
    <dgm:cxn modelId="{7B1040F4-9215-411D-9448-31FE90D79918}" type="presOf" srcId="{814AB2FD-6E44-49D8-B387-898006F58838}" destId="{9183FB2F-F330-4385-850F-D78832A8AA8F}" srcOrd="1" destOrd="0" presId="urn:microsoft.com/office/officeart/2009/3/layout/HorizontalOrganizationChart"/>
    <dgm:cxn modelId="{D8F046F5-FE8C-4307-9C92-6A5D60388D49}" type="presOf" srcId="{BC66F5C7-2A13-4381-A1C3-7B45B28A8C0C}" destId="{54D768C4-9C7E-45B4-9899-F788E9BCB0C1}" srcOrd="0" destOrd="0" presId="urn:microsoft.com/office/officeart/2009/3/layout/HorizontalOrganizationChart"/>
    <dgm:cxn modelId="{5A7DDFF9-F8CC-4E5E-941C-7549013FFF64}" type="presOf" srcId="{69200E70-5D25-4912-AFA2-4CBFBEB4B5ED}" destId="{0E48696E-65A9-456A-84BD-ABAC28C41DF9}" srcOrd="0" destOrd="0" presId="urn:microsoft.com/office/officeart/2009/3/layout/HorizontalOrganizationChart"/>
    <dgm:cxn modelId="{2DDFD6FF-F0A4-4942-87C2-64664769F768}" srcId="{E2EEC0A5-E29D-40E0-ABC0-0D123B0063BF}" destId="{3048C0DA-52B7-4769-BD8B-B0DA48648775}" srcOrd="3" destOrd="0" parTransId="{365B6743-9AC1-447E-B761-E077AB02EC6A}" sibTransId="{79006B75-FE8B-4BBC-830E-C30C79977937}"/>
    <dgm:cxn modelId="{3C697ABE-CACF-4081-8952-B23D62B6EAFC}" type="presParOf" srcId="{A7AAED96-6D3E-4D4A-9348-6F508666CB55}" destId="{593D9048-323E-4A7B-AFC0-72423106FBF2}" srcOrd="0" destOrd="0" presId="urn:microsoft.com/office/officeart/2009/3/layout/HorizontalOrganizationChart"/>
    <dgm:cxn modelId="{FC0771CB-5F40-468F-9FEC-C628213C7F40}" type="presParOf" srcId="{593D9048-323E-4A7B-AFC0-72423106FBF2}" destId="{FD048D12-D19E-4D41-9597-253B5F6AA400}" srcOrd="0" destOrd="0" presId="urn:microsoft.com/office/officeart/2009/3/layout/HorizontalOrganizationChart"/>
    <dgm:cxn modelId="{B1A603FB-2D20-424A-9CED-E883950D9248}" type="presParOf" srcId="{FD048D12-D19E-4D41-9597-253B5F6AA400}" destId="{EC18C81B-63A2-48D6-A897-E546BF9BB063}" srcOrd="0" destOrd="0" presId="urn:microsoft.com/office/officeart/2009/3/layout/HorizontalOrganizationChart"/>
    <dgm:cxn modelId="{AD27ED7C-DAA3-48C8-A84A-AED5D86BC859}" type="presParOf" srcId="{FD048D12-D19E-4D41-9597-253B5F6AA400}" destId="{501B06B6-A134-44FC-BCD9-26A769FAE397}" srcOrd="1" destOrd="0" presId="urn:microsoft.com/office/officeart/2009/3/layout/HorizontalOrganizationChart"/>
    <dgm:cxn modelId="{CB6DDB52-80B4-4053-8FD6-07069F89054D}" type="presParOf" srcId="{593D9048-323E-4A7B-AFC0-72423106FBF2}" destId="{38A4E902-E52F-4BBE-9969-12B5C21D2740}" srcOrd="1" destOrd="0" presId="urn:microsoft.com/office/officeart/2009/3/layout/HorizontalOrganizationChart"/>
    <dgm:cxn modelId="{82AB5BD3-648F-42CD-9E5A-C6387C49B52E}" type="presParOf" srcId="{38A4E902-E52F-4BBE-9969-12B5C21D2740}" destId="{49FE9FE6-B626-4616-93BA-C4DADC697D5F}" srcOrd="0" destOrd="0" presId="urn:microsoft.com/office/officeart/2009/3/layout/HorizontalOrganizationChart"/>
    <dgm:cxn modelId="{8735CDC2-04CE-42ED-B00F-226020B12A58}" type="presParOf" srcId="{38A4E902-E52F-4BBE-9969-12B5C21D2740}" destId="{B3BAEDC0-943F-4479-BFF8-2AED7CA66E97}" srcOrd="1" destOrd="0" presId="urn:microsoft.com/office/officeart/2009/3/layout/HorizontalOrganizationChart"/>
    <dgm:cxn modelId="{B2DDA9A8-33DB-4F8F-8234-20BE97E1CBDB}" type="presParOf" srcId="{B3BAEDC0-943F-4479-BFF8-2AED7CA66E97}" destId="{55DB159E-A59B-44C1-AD1D-BA409E8424BD}" srcOrd="0" destOrd="0" presId="urn:microsoft.com/office/officeart/2009/3/layout/HorizontalOrganizationChart"/>
    <dgm:cxn modelId="{8B96893C-AFF2-4FEB-AFBF-88B31F0D79B3}" type="presParOf" srcId="{55DB159E-A59B-44C1-AD1D-BA409E8424BD}" destId="{A51743B8-111F-4871-B7A5-47C2ED80F609}" srcOrd="0" destOrd="0" presId="urn:microsoft.com/office/officeart/2009/3/layout/HorizontalOrganizationChart"/>
    <dgm:cxn modelId="{846FB828-6613-41E2-ABD4-C604063189E7}" type="presParOf" srcId="{55DB159E-A59B-44C1-AD1D-BA409E8424BD}" destId="{8C4D3144-2B2A-4493-9515-E8555C041D20}" srcOrd="1" destOrd="0" presId="urn:microsoft.com/office/officeart/2009/3/layout/HorizontalOrganizationChart"/>
    <dgm:cxn modelId="{798E003E-399B-4C66-8CF4-66752EEC8E01}" type="presParOf" srcId="{B3BAEDC0-943F-4479-BFF8-2AED7CA66E97}" destId="{28D07607-79A3-4CE1-8D74-955AA7E6AB18}" srcOrd="1" destOrd="0" presId="urn:microsoft.com/office/officeart/2009/3/layout/HorizontalOrganizationChart"/>
    <dgm:cxn modelId="{7530E854-7C8C-4F46-B953-F78AB2247CAC}" type="presParOf" srcId="{28D07607-79A3-4CE1-8D74-955AA7E6AB18}" destId="{9D4FDD29-DB29-416A-9184-07E514C25CE2}" srcOrd="0" destOrd="0" presId="urn:microsoft.com/office/officeart/2009/3/layout/HorizontalOrganizationChart"/>
    <dgm:cxn modelId="{F6C9A2D7-E4E3-44D4-9E62-7B79CE051B1A}" type="presParOf" srcId="{28D07607-79A3-4CE1-8D74-955AA7E6AB18}" destId="{FA56959A-8EA6-4638-897A-D5E60EFE7F33}" srcOrd="1" destOrd="0" presId="urn:microsoft.com/office/officeart/2009/3/layout/HorizontalOrganizationChart"/>
    <dgm:cxn modelId="{64BD318B-21ED-4009-90B8-07AED5B8547A}" type="presParOf" srcId="{FA56959A-8EA6-4638-897A-D5E60EFE7F33}" destId="{6C025259-D6BB-4A2F-AD84-A28F25ACE35E}" srcOrd="0" destOrd="0" presId="urn:microsoft.com/office/officeart/2009/3/layout/HorizontalOrganizationChart"/>
    <dgm:cxn modelId="{A653A677-20C8-4283-AA3D-CF9BA7B88932}" type="presParOf" srcId="{6C025259-D6BB-4A2F-AD84-A28F25ACE35E}" destId="{787FD995-F3C0-4F7C-BF0F-B345C1E59A73}" srcOrd="0" destOrd="0" presId="urn:microsoft.com/office/officeart/2009/3/layout/HorizontalOrganizationChart"/>
    <dgm:cxn modelId="{5CA74DAF-42B4-4807-ABC1-F89C12CCCA91}" type="presParOf" srcId="{6C025259-D6BB-4A2F-AD84-A28F25ACE35E}" destId="{9183FB2F-F330-4385-850F-D78832A8AA8F}" srcOrd="1" destOrd="0" presId="urn:microsoft.com/office/officeart/2009/3/layout/HorizontalOrganizationChart"/>
    <dgm:cxn modelId="{CBDD6317-B931-4DCA-BFE9-918331DFD055}" type="presParOf" srcId="{FA56959A-8EA6-4638-897A-D5E60EFE7F33}" destId="{757BCB3D-B6EC-4A9A-ACAB-45E6367C5C82}" srcOrd="1" destOrd="0" presId="urn:microsoft.com/office/officeart/2009/3/layout/HorizontalOrganizationChart"/>
    <dgm:cxn modelId="{6C46754C-C651-4757-A69D-69C8BDABED48}" type="presParOf" srcId="{FA56959A-8EA6-4638-897A-D5E60EFE7F33}" destId="{766981E6-605A-459E-B11E-100A755C31E8}" srcOrd="2" destOrd="0" presId="urn:microsoft.com/office/officeart/2009/3/layout/HorizontalOrganizationChart"/>
    <dgm:cxn modelId="{6DE099CE-2399-452F-91F4-61497851C0C7}" type="presParOf" srcId="{B3BAEDC0-943F-4479-BFF8-2AED7CA66E97}" destId="{566B5134-7C66-4722-9438-59EC717163CB}" srcOrd="2" destOrd="0" presId="urn:microsoft.com/office/officeart/2009/3/layout/HorizontalOrganizationChart"/>
    <dgm:cxn modelId="{8F97C2D1-5E6D-44AB-94B9-B14E2EBD117C}" type="presParOf" srcId="{38A4E902-E52F-4BBE-9969-12B5C21D2740}" destId="{65D8B507-0D00-486F-A443-518A29475998}" srcOrd="2" destOrd="0" presId="urn:microsoft.com/office/officeart/2009/3/layout/HorizontalOrganizationChart"/>
    <dgm:cxn modelId="{813B2305-76E9-476D-8538-EA182D30A4D7}" type="presParOf" srcId="{38A4E902-E52F-4BBE-9969-12B5C21D2740}" destId="{81E3B904-AAFE-48BA-BF23-DD3BA30833FF}" srcOrd="3" destOrd="0" presId="urn:microsoft.com/office/officeart/2009/3/layout/HorizontalOrganizationChart"/>
    <dgm:cxn modelId="{AF9526D0-1B41-41C0-AA4E-5488E466F62C}" type="presParOf" srcId="{81E3B904-AAFE-48BA-BF23-DD3BA30833FF}" destId="{5C434EB3-452C-40B0-A75D-A33FDAE0FFFE}" srcOrd="0" destOrd="0" presId="urn:microsoft.com/office/officeart/2009/3/layout/HorizontalOrganizationChart"/>
    <dgm:cxn modelId="{5757A069-C09B-43B9-B00C-90F796E66786}" type="presParOf" srcId="{5C434EB3-452C-40B0-A75D-A33FDAE0FFFE}" destId="{5782F6BA-1BB7-4A84-9646-42EC5C143E41}" srcOrd="0" destOrd="0" presId="urn:microsoft.com/office/officeart/2009/3/layout/HorizontalOrganizationChart"/>
    <dgm:cxn modelId="{8B3E0962-1CC0-4528-A4AA-1BE475589A79}" type="presParOf" srcId="{5C434EB3-452C-40B0-A75D-A33FDAE0FFFE}" destId="{5C29BCB5-B6B4-4557-AF59-F0B331C1C41D}" srcOrd="1" destOrd="0" presId="urn:microsoft.com/office/officeart/2009/3/layout/HorizontalOrganizationChart"/>
    <dgm:cxn modelId="{A27F8F3E-33EB-4BAB-B9A1-FA0777306B5A}" type="presParOf" srcId="{81E3B904-AAFE-48BA-BF23-DD3BA30833FF}" destId="{67338679-B038-4B00-9284-4BAF0D432F27}" srcOrd="1" destOrd="0" presId="urn:microsoft.com/office/officeart/2009/3/layout/HorizontalOrganizationChart"/>
    <dgm:cxn modelId="{76466594-29FE-41C2-986D-C1D87EEB7391}" type="presParOf" srcId="{67338679-B038-4B00-9284-4BAF0D432F27}" destId="{D5FA764E-9DC2-438E-BDA3-42BF3F588CE0}" srcOrd="0" destOrd="0" presId="urn:microsoft.com/office/officeart/2009/3/layout/HorizontalOrganizationChart"/>
    <dgm:cxn modelId="{DE1B72EA-3CAD-43DC-B50C-A13976184194}" type="presParOf" srcId="{67338679-B038-4B00-9284-4BAF0D432F27}" destId="{4C781ED9-579F-4813-BB00-A4E9A0CA9B35}" srcOrd="1" destOrd="0" presId="urn:microsoft.com/office/officeart/2009/3/layout/HorizontalOrganizationChart"/>
    <dgm:cxn modelId="{DD1B8A56-6B63-444E-B325-FB65D351945C}" type="presParOf" srcId="{4C781ED9-579F-4813-BB00-A4E9A0CA9B35}" destId="{B5449091-6377-44BB-9539-CE7D7AC201A5}" srcOrd="0" destOrd="0" presId="urn:microsoft.com/office/officeart/2009/3/layout/HorizontalOrganizationChart"/>
    <dgm:cxn modelId="{E6169368-C49A-4BBA-8F0D-38ACF932907B}" type="presParOf" srcId="{B5449091-6377-44BB-9539-CE7D7AC201A5}" destId="{B23974B1-F2CF-48BA-8DE2-05659D35E1F3}" srcOrd="0" destOrd="0" presId="urn:microsoft.com/office/officeart/2009/3/layout/HorizontalOrganizationChart"/>
    <dgm:cxn modelId="{D054D4C0-0387-4B94-9562-B41EE4A5DE42}" type="presParOf" srcId="{B5449091-6377-44BB-9539-CE7D7AC201A5}" destId="{D8F84678-1793-4F93-AC14-4F89AD17B13C}" srcOrd="1" destOrd="0" presId="urn:microsoft.com/office/officeart/2009/3/layout/HorizontalOrganizationChart"/>
    <dgm:cxn modelId="{3A5CF172-824B-4FD0-B530-E529695B92D4}" type="presParOf" srcId="{4C781ED9-579F-4813-BB00-A4E9A0CA9B35}" destId="{449463FA-12D2-4BD2-AF58-94F8D4E55268}" srcOrd="1" destOrd="0" presId="urn:microsoft.com/office/officeart/2009/3/layout/HorizontalOrganizationChart"/>
    <dgm:cxn modelId="{A7A82446-096C-47C5-B37B-3C0C12C5620B}" type="presParOf" srcId="{4C781ED9-579F-4813-BB00-A4E9A0CA9B35}" destId="{70FA2188-EA5A-45A2-8CF0-67944289A0C3}" srcOrd="2" destOrd="0" presId="urn:microsoft.com/office/officeart/2009/3/layout/HorizontalOrganizationChart"/>
    <dgm:cxn modelId="{39E192B8-1852-46A0-965D-1F661839537D}" type="presParOf" srcId="{81E3B904-AAFE-48BA-BF23-DD3BA30833FF}" destId="{EFC6AE8D-6488-428F-804C-98D93F224A26}" srcOrd="2" destOrd="0" presId="urn:microsoft.com/office/officeart/2009/3/layout/HorizontalOrganizationChart"/>
    <dgm:cxn modelId="{59EB86B1-8BFE-4560-8CF2-A12F067B4A0F}" type="presParOf" srcId="{38A4E902-E52F-4BBE-9969-12B5C21D2740}" destId="{B11804BA-7562-411D-A699-4FC8A2798D14}" srcOrd="4" destOrd="0" presId="urn:microsoft.com/office/officeart/2009/3/layout/HorizontalOrganizationChart"/>
    <dgm:cxn modelId="{2E8C99E2-2E5F-4208-8EDF-E8D1104DBA68}" type="presParOf" srcId="{38A4E902-E52F-4BBE-9969-12B5C21D2740}" destId="{1B48A220-BFD1-44A3-8AB2-08B16D71BFB5}" srcOrd="5" destOrd="0" presId="urn:microsoft.com/office/officeart/2009/3/layout/HorizontalOrganizationChart"/>
    <dgm:cxn modelId="{90BDD665-5275-4BF0-9ED1-E7CE073DF20C}" type="presParOf" srcId="{1B48A220-BFD1-44A3-8AB2-08B16D71BFB5}" destId="{5142CD4D-D0D1-453F-94D4-4A387ED03D46}" srcOrd="0" destOrd="0" presId="urn:microsoft.com/office/officeart/2009/3/layout/HorizontalOrganizationChart"/>
    <dgm:cxn modelId="{41A0DB42-AA1E-44D9-A690-A476353F6237}" type="presParOf" srcId="{5142CD4D-D0D1-453F-94D4-4A387ED03D46}" destId="{36772D66-D232-4A1F-9459-BA33D3018151}" srcOrd="0" destOrd="0" presId="urn:microsoft.com/office/officeart/2009/3/layout/HorizontalOrganizationChart"/>
    <dgm:cxn modelId="{F3C13891-ECF1-4735-9E79-B2C9FB918925}" type="presParOf" srcId="{5142CD4D-D0D1-453F-94D4-4A387ED03D46}" destId="{101B1F3C-FF6B-41F4-B86B-3BD279EE5CDC}" srcOrd="1" destOrd="0" presId="urn:microsoft.com/office/officeart/2009/3/layout/HorizontalOrganizationChart"/>
    <dgm:cxn modelId="{F1DFE564-34AA-4B5A-9661-4332CBBED7B4}" type="presParOf" srcId="{1B48A220-BFD1-44A3-8AB2-08B16D71BFB5}" destId="{447E05BA-4C01-447E-92F7-356F69741FD6}" srcOrd="1" destOrd="0" presId="urn:microsoft.com/office/officeart/2009/3/layout/HorizontalOrganizationChart"/>
    <dgm:cxn modelId="{58761D76-CCB5-4A86-B8C3-7B39DBD9C79C}" type="presParOf" srcId="{447E05BA-4C01-447E-92F7-356F69741FD6}" destId="{73CC3420-9371-4E14-B601-28D7DAAF80BB}" srcOrd="0" destOrd="0" presId="urn:microsoft.com/office/officeart/2009/3/layout/HorizontalOrganizationChart"/>
    <dgm:cxn modelId="{D4C34422-B2CF-42E2-AE83-9513137E4706}" type="presParOf" srcId="{447E05BA-4C01-447E-92F7-356F69741FD6}" destId="{3892BA39-0CB5-4349-81F5-AB193B599165}" srcOrd="1" destOrd="0" presId="urn:microsoft.com/office/officeart/2009/3/layout/HorizontalOrganizationChart"/>
    <dgm:cxn modelId="{9AB65A01-1563-49D5-B2EE-CA7630465D9A}" type="presParOf" srcId="{3892BA39-0CB5-4349-81F5-AB193B599165}" destId="{A088D6EE-2164-434D-8A46-32963B8C156F}" srcOrd="0" destOrd="0" presId="urn:microsoft.com/office/officeart/2009/3/layout/HorizontalOrganizationChart"/>
    <dgm:cxn modelId="{7BE60FC7-9A28-43A6-83E4-111D7EC371D6}" type="presParOf" srcId="{A088D6EE-2164-434D-8A46-32963B8C156F}" destId="{EAD3DAD6-7CAC-4A42-8CB5-FD5FDB628176}" srcOrd="0" destOrd="0" presId="urn:microsoft.com/office/officeart/2009/3/layout/HorizontalOrganizationChart"/>
    <dgm:cxn modelId="{DBDBC74C-F96E-4E89-B15E-24CC7C694057}" type="presParOf" srcId="{A088D6EE-2164-434D-8A46-32963B8C156F}" destId="{8AC696D9-7676-46DB-A46B-AFCDAB94DBDD}" srcOrd="1" destOrd="0" presId="urn:microsoft.com/office/officeart/2009/3/layout/HorizontalOrganizationChart"/>
    <dgm:cxn modelId="{46C5E33C-BCAF-441A-B143-28FDF6CC067D}" type="presParOf" srcId="{3892BA39-0CB5-4349-81F5-AB193B599165}" destId="{729C9A2C-CB2A-43A3-B339-59E730AB9B91}" srcOrd="1" destOrd="0" presId="urn:microsoft.com/office/officeart/2009/3/layout/HorizontalOrganizationChart"/>
    <dgm:cxn modelId="{EC63B0ED-278A-46AF-8DE8-DDE1D362B375}" type="presParOf" srcId="{3892BA39-0CB5-4349-81F5-AB193B599165}" destId="{08D6FFFD-6C0A-465D-8FB1-C9D1C145C3E7}" srcOrd="2" destOrd="0" presId="urn:microsoft.com/office/officeart/2009/3/layout/HorizontalOrganizationChart"/>
    <dgm:cxn modelId="{2680BCE1-B92F-4E7A-B938-6EE17C0499D3}" type="presParOf" srcId="{1B48A220-BFD1-44A3-8AB2-08B16D71BFB5}" destId="{E4880F0A-4370-4F54-ABFA-59BD7567EE54}" srcOrd="2" destOrd="0" presId="urn:microsoft.com/office/officeart/2009/3/layout/HorizontalOrganizationChart"/>
    <dgm:cxn modelId="{3953B28F-9E8E-4CA1-A7F8-798106AB8B82}" type="presParOf" srcId="{38A4E902-E52F-4BBE-9969-12B5C21D2740}" destId="{C893319C-5D14-43BD-A079-5526F9580251}" srcOrd="6" destOrd="0" presId="urn:microsoft.com/office/officeart/2009/3/layout/HorizontalOrganizationChart"/>
    <dgm:cxn modelId="{BA6C7587-7964-4362-8CC0-5FED09C04350}" type="presParOf" srcId="{38A4E902-E52F-4BBE-9969-12B5C21D2740}" destId="{D00CFB71-230B-4AD5-BC95-699542D63A0A}" srcOrd="7" destOrd="0" presId="urn:microsoft.com/office/officeart/2009/3/layout/HorizontalOrganizationChart"/>
    <dgm:cxn modelId="{EBD1A45B-EC63-453B-8EF7-BCDE707BB5B2}" type="presParOf" srcId="{D00CFB71-230B-4AD5-BC95-699542D63A0A}" destId="{81F0C722-A07F-4F3E-95D1-844E1D733C4E}" srcOrd="0" destOrd="0" presId="urn:microsoft.com/office/officeart/2009/3/layout/HorizontalOrganizationChart"/>
    <dgm:cxn modelId="{52CA8374-D876-45FB-AFBF-6E81FFE177B8}" type="presParOf" srcId="{81F0C722-A07F-4F3E-95D1-844E1D733C4E}" destId="{48C075BE-7251-42EF-A79D-B14F4514FDBE}" srcOrd="0" destOrd="0" presId="urn:microsoft.com/office/officeart/2009/3/layout/HorizontalOrganizationChart"/>
    <dgm:cxn modelId="{98EA275E-81F3-4897-8E75-5B89F7E257C9}" type="presParOf" srcId="{81F0C722-A07F-4F3E-95D1-844E1D733C4E}" destId="{D9F2B064-C875-435F-8235-8DB6E2DF48CF}" srcOrd="1" destOrd="0" presId="urn:microsoft.com/office/officeart/2009/3/layout/HorizontalOrganizationChart"/>
    <dgm:cxn modelId="{41139E79-9DFC-4F2D-85D4-85F804336479}" type="presParOf" srcId="{D00CFB71-230B-4AD5-BC95-699542D63A0A}" destId="{D77CA308-8422-4C1A-96D7-EEC1EF3B9EF5}" srcOrd="1" destOrd="0" presId="urn:microsoft.com/office/officeart/2009/3/layout/HorizontalOrganizationChart"/>
    <dgm:cxn modelId="{1E566C01-EF8D-4846-8549-2DF704162FC1}" type="presParOf" srcId="{D77CA308-8422-4C1A-96D7-EEC1EF3B9EF5}" destId="{05624C2A-BC64-49A8-B846-ED0E9B8A176F}" srcOrd="0" destOrd="0" presId="urn:microsoft.com/office/officeart/2009/3/layout/HorizontalOrganizationChart"/>
    <dgm:cxn modelId="{2F219005-2DE4-4FBF-8AE0-C44259033E8B}" type="presParOf" srcId="{D77CA308-8422-4C1A-96D7-EEC1EF3B9EF5}" destId="{CDD68E70-92E5-4673-964A-5FB619CEE189}" srcOrd="1" destOrd="0" presId="urn:microsoft.com/office/officeart/2009/3/layout/HorizontalOrganizationChart"/>
    <dgm:cxn modelId="{253EA522-30E8-43F2-98A1-27B0DF36EEB3}" type="presParOf" srcId="{CDD68E70-92E5-4673-964A-5FB619CEE189}" destId="{AAEC8EA0-1908-408D-AAAC-BA92B25FD184}" srcOrd="0" destOrd="0" presId="urn:microsoft.com/office/officeart/2009/3/layout/HorizontalOrganizationChart"/>
    <dgm:cxn modelId="{1834D611-4681-455D-B1EE-EBD8F19A6FBD}" type="presParOf" srcId="{AAEC8EA0-1908-408D-AAAC-BA92B25FD184}" destId="{C2D645BD-ED49-4E67-B0E4-1F879104C9B3}" srcOrd="0" destOrd="0" presId="urn:microsoft.com/office/officeart/2009/3/layout/HorizontalOrganizationChart"/>
    <dgm:cxn modelId="{6CA8F1EF-E158-443E-B5F5-95CB4F22E375}" type="presParOf" srcId="{AAEC8EA0-1908-408D-AAAC-BA92B25FD184}" destId="{8CA9B00F-0000-44FE-BB22-F536ABBB6075}" srcOrd="1" destOrd="0" presId="urn:microsoft.com/office/officeart/2009/3/layout/HorizontalOrganizationChart"/>
    <dgm:cxn modelId="{25661C7F-886A-4C2D-A095-9EFFA080530F}" type="presParOf" srcId="{CDD68E70-92E5-4673-964A-5FB619CEE189}" destId="{9B6ED062-031D-4396-94C8-87A243CADC7D}" srcOrd="1" destOrd="0" presId="urn:microsoft.com/office/officeart/2009/3/layout/HorizontalOrganizationChart"/>
    <dgm:cxn modelId="{3BD05E5C-A248-4EA6-873C-9AA60035A748}" type="presParOf" srcId="{CDD68E70-92E5-4673-964A-5FB619CEE189}" destId="{4AB1AAA3-2942-42BF-9959-AEB06A12269D}" srcOrd="2" destOrd="0" presId="urn:microsoft.com/office/officeart/2009/3/layout/HorizontalOrganizationChart"/>
    <dgm:cxn modelId="{84160CCE-5513-4F85-9628-D5F637EF3677}" type="presParOf" srcId="{D00CFB71-230B-4AD5-BC95-699542D63A0A}" destId="{0CCE917A-A6E0-49A9-AA7D-37B1C73F9827}" srcOrd="2" destOrd="0" presId="urn:microsoft.com/office/officeart/2009/3/layout/HorizontalOrganizationChart"/>
    <dgm:cxn modelId="{97001E40-8387-4B88-BD5A-03A8E2E171F6}" type="presParOf" srcId="{38A4E902-E52F-4BBE-9969-12B5C21D2740}" destId="{B0B07D2A-4BCD-48A2-923D-811B7BEA6A2D}" srcOrd="8" destOrd="0" presId="urn:microsoft.com/office/officeart/2009/3/layout/HorizontalOrganizationChart"/>
    <dgm:cxn modelId="{5E4542DF-9B19-4390-9207-2965DC6CCF7F}" type="presParOf" srcId="{38A4E902-E52F-4BBE-9969-12B5C21D2740}" destId="{C6E91694-1777-443C-8283-CBA3294DE96A}" srcOrd="9" destOrd="0" presId="urn:microsoft.com/office/officeart/2009/3/layout/HorizontalOrganizationChart"/>
    <dgm:cxn modelId="{65EB9B95-944B-4A12-9D68-3C01B5CEA203}" type="presParOf" srcId="{C6E91694-1777-443C-8283-CBA3294DE96A}" destId="{0F5AFBE0-F990-4A59-A779-66D08D26F78F}" srcOrd="0" destOrd="0" presId="urn:microsoft.com/office/officeart/2009/3/layout/HorizontalOrganizationChart"/>
    <dgm:cxn modelId="{3BE1293B-B78D-492A-BD61-01578EE0FEB6}" type="presParOf" srcId="{0F5AFBE0-F990-4A59-A779-66D08D26F78F}" destId="{7859DDA9-A084-4B11-A7D9-838C6F6DB1AC}" srcOrd="0" destOrd="0" presId="urn:microsoft.com/office/officeart/2009/3/layout/HorizontalOrganizationChart"/>
    <dgm:cxn modelId="{2FDA3285-DEA7-4740-8828-F513773B4552}" type="presParOf" srcId="{0F5AFBE0-F990-4A59-A779-66D08D26F78F}" destId="{E45C19FE-62D3-4F36-8CF8-2345E66560EC}" srcOrd="1" destOrd="0" presId="urn:microsoft.com/office/officeart/2009/3/layout/HorizontalOrganizationChart"/>
    <dgm:cxn modelId="{B03AC418-6753-452E-B7EF-5AAB36885A20}" type="presParOf" srcId="{C6E91694-1777-443C-8283-CBA3294DE96A}" destId="{6F740C01-53A2-4303-849A-9FCCBF5E6585}" srcOrd="1" destOrd="0" presId="urn:microsoft.com/office/officeart/2009/3/layout/HorizontalOrganizationChart"/>
    <dgm:cxn modelId="{BD2A45AB-B276-4813-BC6C-1404D64459D4}" type="presParOf" srcId="{6F740C01-53A2-4303-849A-9FCCBF5E6585}" destId="{54D768C4-9C7E-45B4-9899-F788E9BCB0C1}" srcOrd="0" destOrd="0" presId="urn:microsoft.com/office/officeart/2009/3/layout/HorizontalOrganizationChart"/>
    <dgm:cxn modelId="{B5BB8665-EF1C-4638-B3B9-435305AB6F4C}" type="presParOf" srcId="{6F740C01-53A2-4303-849A-9FCCBF5E6585}" destId="{22BFDDC4-C44E-45C2-8C79-584EB49C6AA7}" srcOrd="1" destOrd="0" presId="urn:microsoft.com/office/officeart/2009/3/layout/HorizontalOrganizationChart"/>
    <dgm:cxn modelId="{2C8BE0DC-7EC2-4AC0-9053-9660B9B8372F}" type="presParOf" srcId="{22BFDDC4-C44E-45C2-8C79-584EB49C6AA7}" destId="{4C870DC6-5B64-4B5F-B4C4-0AF09017EB4B}" srcOrd="0" destOrd="0" presId="urn:microsoft.com/office/officeart/2009/3/layout/HorizontalOrganizationChart"/>
    <dgm:cxn modelId="{78870D5A-56B3-4D89-83FE-A4969FEC28EA}" type="presParOf" srcId="{4C870DC6-5B64-4B5F-B4C4-0AF09017EB4B}" destId="{8CEE58BC-46C3-438A-9C1E-DE0D1D197CAF}" srcOrd="0" destOrd="0" presId="urn:microsoft.com/office/officeart/2009/3/layout/HorizontalOrganizationChart"/>
    <dgm:cxn modelId="{5B440D02-A49C-43C3-9D97-C4700EB04C55}" type="presParOf" srcId="{4C870DC6-5B64-4B5F-B4C4-0AF09017EB4B}" destId="{D21C9E53-2BAA-460C-BF4E-B1021287E801}" srcOrd="1" destOrd="0" presId="urn:microsoft.com/office/officeart/2009/3/layout/HorizontalOrganizationChart"/>
    <dgm:cxn modelId="{463C25B2-F716-4524-AD13-8F276788A0B6}" type="presParOf" srcId="{22BFDDC4-C44E-45C2-8C79-584EB49C6AA7}" destId="{CFF3650A-BBA8-42EB-B105-BB3662C1846E}" srcOrd="1" destOrd="0" presId="urn:microsoft.com/office/officeart/2009/3/layout/HorizontalOrganizationChart"/>
    <dgm:cxn modelId="{F492C8B4-7F14-4B9B-9223-88D1D4608927}" type="presParOf" srcId="{22BFDDC4-C44E-45C2-8C79-584EB49C6AA7}" destId="{611A446B-D8A9-4F06-8C89-548AE4BA1FF6}" srcOrd="2" destOrd="0" presId="urn:microsoft.com/office/officeart/2009/3/layout/HorizontalOrganizationChart"/>
    <dgm:cxn modelId="{C32074E6-BE31-4B81-8251-F8F2B364A3DB}" type="presParOf" srcId="{C6E91694-1777-443C-8283-CBA3294DE96A}" destId="{37ED32FD-88BF-4B61-B2FE-E10D8E6E097C}" srcOrd="2" destOrd="0" presId="urn:microsoft.com/office/officeart/2009/3/layout/HorizontalOrganizationChart"/>
    <dgm:cxn modelId="{2E5908AC-C1FD-4519-99BF-574CCF9C6A00}" type="presParOf" srcId="{38A4E902-E52F-4BBE-9969-12B5C21D2740}" destId="{95F34E17-B7FF-41AF-BDC3-A5258314158D}" srcOrd="10" destOrd="0" presId="urn:microsoft.com/office/officeart/2009/3/layout/HorizontalOrganizationChart"/>
    <dgm:cxn modelId="{4FC4EB49-4F0F-48BF-AA99-A0896D92394E}" type="presParOf" srcId="{38A4E902-E52F-4BBE-9969-12B5C21D2740}" destId="{23C3C27A-4EAD-4C45-933D-3F763D57BD5D}" srcOrd="11" destOrd="0" presId="urn:microsoft.com/office/officeart/2009/3/layout/HorizontalOrganizationChart"/>
    <dgm:cxn modelId="{9ECBE44D-E219-441B-8C12-4B88158043C3}" type="presParOf" srcId="{23C3C27A-4EAD-4C45-933D-3F763D57BD5D}" destId="{3FE776D8-C844-4D91-B2D0-A1BFB781C008}" srcOrd="0" destOrd="0" presId="urn:microsoft.com/office/officeart/2009/3/layout/HorizontalOrganizationChart"/>
    <dgm:cxn modelId="{7C64EF67-90AC-4823-9200-5DFC185B49EE}" type="presParOf" srcId="{3FE776D8-C844-4D91-B2D0-A1BFB781C008}" destId="{B862D613-B726-4ABC-85F1-EBDAFDAD8B4B}" srcOrd="0" destOrd="0" presId="urn:microsoft.com/office/officeart/2009/3/layout/HorizontalOrganizationChart"/>
    <dgm:cxn modelId="{0819B891-7A16-4136-9119-F1639EAD6CDF}" type="presParOf" srcId="{3FE776D8-C844-4D91-B2D0-A1BFB781C008}" destId="{4A2C74FC-C65E-4845-A95A-C9D1270AF65A}" srcOrd="1" destOrd="0" presId="urn:microsoft.com/office/officeart/2009/3/layout/HorizontalOrganizationChart"/>
    <dgm:cxn modelId="{1A7F0E85-015D-49E4-897B-597E52712B83}" type="presParOf" srcId="{23C3C27A-4EAD-4C45-933D-3F763D57BD5D}" destId="{2EF795A4-C33D-451B-95CA-48FB662124D5}" srcOrd="1" destOrd="0" presId="urn:microsoft.com/office/officeart/2009/3/layout/HorizontalOrganizationChart"/>
    <dgm:cxn modelId="{EF16EF54-FB61-40D9-8792-FB62BC243082}" type="presParOf" srcId="{2EF795A4-C33D-451B-95CA-48FB662124D5}" destId="{EB3EBB1E-E729-4414-93FE-7D89638C5B5C}" srcOrd="0" destOrd="0" presId="urn:microsoft.com/office/officeart/2009/3/layout/HorizontalOrganizationChart"/>
    <dgm:cxn modelId="{FF0B8AA5-CF8D-4FF5-B2F8-42B985D7DA7B}" type="presParOf" srcId="{2EF795A4-C33D-451B-95CA-48FB662124D5}" destId="{0487384B-6DCE-4C03-B551-251CCFA79EA4}" srcOrd="1" destOrd="0" presId="urn:microsoft.com/office/officeart/2009/3/layout/HorizontalOrganizationChart"/>
    <dgm:cxn modelId="{500C6732-819B-44C4-9292-893D9C4C6B68}" type="presParOf" srcId="{0487384B-6DCE-4C03-B551-251CCFA79EA4}" destId="{3BA478F2-AB53-472C-B05C-C047AE24DBD8}" srcOrd="0" destOrd="0" presId="urn:microsoft.com/office/officeart/2009/3/layout/HorizontalOrganizationChart"/>
    <dgm:cxn modelId="{01364ABA-466E-427B-AA53-8A5059406AA8}" type="presParOf" srcId="{3BA478F2-AB53-472C-B05C-C047AE24DBD8}" destId="{0774AE97-40D9-4739-9F2B-B4ECE34A17FB}" srcOrd="0" destOrd="0" presId="urn:microsoft.com/office/officeart/2009/3/layout/HorizontalOrganizationChart"/>
    <dgm:cxn modelId="{CD745DC4-E9B5-4AC0-B6C2-1CCE9ECAEB61}" type="presParOf" srcId="{3BA478F2-AB53-472C-B05C-C047AE24DBD8}" destId="{CDE34E0B-6B89-4876-8480-61668C2D77B0}" srcOrd="1" destOrd="0" presId="urn:microsoft.com/office/officeart/2009/3/layout/HorizontalOrganizationChart"/>
    <dgm:cxn modelId="{E193E055-061D-4E20-904F-F0B9019E5A66}" type="presParOf" srcId="{0487384B-6DCE-4C03-B551-251CCFA79EA4}" destId="{66DCA44A-D380-46D4-AE77-2A333CCC640D}" srcOrd="1" destOrd="0" presId="urn:microsoft.com/office/officeart/2009/3/layout/HorizontalOrganizationChart"/>
    <dgm:cxn modelId="{8A56DB58-AAF3-460E-96C9-08F6FD7C6320}" type="presParOf" srcId="{0487384B-6DCE-4C03-B551-251CCFA79EA4}" destId="{936B9B27-7823-4942-9AB7-A891C4477766}" srcOrd="2" destOrd="0" presId="urn:microsoft.com/office/officeart/2009/3/layout/HorizontalOrganizationChart"/>
    <dgm:cxn modelId="{00C47997-D46B-4845-9B57-A6AE8E4A822B}" type="presParOf" srcId="{2EF795A4-C33D-451B-95CA-48FB662124D5}" destId="{717D9B7E-6C8A-4D36-89AB-7474355A488A}" srcOrd="2" destOrd="0" presId="urn:microsoft.com/office/officeart/2009/3/layout/HorizontalOrganizationChart"/>
    <dgm:cxn modelId="{5B326104-145A-4B39-89F4-F14AFEBCC030}" type="presParOf" srcId="{2EF795A4-C33D-451B-95CA-48FB662124D5}" destId="{FFD3AAD2-0532-49EF-84AC-AA25A09CBBD7}" srcOrd="3" destOrd="0" presId="urn:microsoft.com/office/officeart/2009/3/layout/HorizontalOrganizationChart"/>
    <dgm:cxn modelId="{E096EA82-279C-4E84-808A-2DC461F178E8}" type="presParOf" srcId="{FFD3AAD2-0532-49EF-84AC-AA25A09CBBD7}" destId="{BF0FD121-6E3E-4155-8FBB-160CC90634B4}" srcOrd="0" destOrd="0" presId="urn:microsoft.com/office/officeart/2009/3/layout/HorizontalOrganizationChart"/>
    <dgm:cxn modelId="{4AB212DD-D6B9-4CF8-B24D-6CF44A0C04FF}" type="presParOf" srcId="{BF0FD121-6E3E-4155-8FBB-160CC90634B4}" destId="{D72EBAF0-63FB-4AA1-9EBC-E775B23C3C69}" srcOrd="0" destOrd="0" presId="urn:microsoft.com/office/officeart/2009/3/layout/HorizontalOrganizationChart"/>
    <dgm:cxn modelId="{9EBA6A3C-8FD3-4BD4-A35F-9DB0C152C578}" type="presParOf" srcId="{BF0FD121-6E3E-4155-8FBB-160CC90634B4}" destId="{2A845E5F-7B29-46FA-85F1-18DD2266D26D}" srcOrd="1" destOrd="0" presId="urn:microsoft.com/office/officeart/2009/3/layout/HorizontalOrganizationChart"/>
    <dgm:cxn modelId="{BAC55E68-1331-49B0-A186-08DD1C360A24}" type="presParOf" srcId="{FFD3AAD2-0532-49EF-84AC-AA25A09CBBD7}" destId="{426262A2-2051-4F89-A357-3FAA0933AF88}" srcOrd="1" destOrd="0" presId="urn:microsoft.com/office/officeart/2009/3/layout/HorizontalOrganizationChart"/>
    <dgm:cxn modelId="{03EE88F8-63D9-4C4E-83CA-450094DAD5C4}" type="presParOf" srcId="{FFD3AAD2-0532-49EF-84AC-AA25A09CBBD7}" destId="{850BC5F3-A073-4CAD-862A-C8EFA9420C98}" srcOrd="2" destOrd="0" presId="urn:microsoft.com/office/officeart/2009/3/layout/HorizontalOrganizationChart"/>
    <dgm:cxn modelId="{DCE82C68-1F27-4229-B395-EADAB8B8690E}" type="presParOf" srcId="{23C3C27A-4EAD-4C45-933D-3F763D57BD5D}" destId="{C5552573-604F-42F8-8BEF-11F08443A931}" srcOrd="2" destOrd="0" presId="urn:microsoft.com/office/officeart/2009/3/layout/HorizontalOrganizationChart"/>
    <dgm:cxn modelId="{6C832755-6644-4BCC-816B-B1EC61135A91}" type="presParOf" srcId="{593D9048-323E-4A7B-AFC0-72423106FBF2}" destId="{59D39435-0EA3-4E69-B658-62CDC93AD43F}" srcOrd="2" destOrd="0" presId="urn:microsoft.com/office/officeart/2009/3/layout/HorizontalOrganizationChart"/>
    <dgm:cxn modelId="{8338CC3F-4130-407A-9670-146A4AACDE7B}" type="presParOf" srcId="{59D39435-0EA3-4E69-B658-62CDC93AD43F}" destId="{0E48696E-65A9-456A-84BD-ABAC28C41DF9}" srcOrd="0" destOrd="0" presId="urn:microsoft.com/office/officeart/2009/3/layout/HorizontalOrganizationChart"/>
    <dgm:cxn modelId="{D73F02EF-D83D-4471-84F6-A0DD17D5CDB5}" type="presParOf" srcId="{59D39435-0EA3-4E69-B658-62CDC93AD43F}" destId="{84737D48-B6A1-4BFA-AA69-1DA5D2329B99}" srcOrd="1" destOrd="0" presId="urn:microsoft.com/office/officeart/2009/3/layout/HorizontalOrganizationChart"/>
    <dgm:cxn modelId="{7B8AB25B-AB15-4460-9982-3820C2945DCD}" type="presParOf" srcId="{84737D48-B6A1-4BFA-AA69-1DA5D2329B99}" destId="{F67F1D58-84B0-46E9-B96A-0DABBBDBA683}" srcOrd="0" destOrd="0" presId="urn:microsoft.com/office/officeart/2009/3/layout/HorizontalOrganizationChart"/>
    <dgm:cxn modelId="{6F17FA03-06C1-46DB-8184-CD2E45E43880}" type="presParOf" srcId="{F67F1D58-84B0-46E9-B96A-0DABBBDBA683}" destId="{04384A84-6810-4EC6-85A6-6D003FCCE274}" srcOrd="0" destOrd="0" presId="urn:microsoft.com/office/officeart/2009/3/layout/HorizontalOrganizationChart"/>
    <dgm:cxn modelId="{22EF949D-22EC-45FD-B037-EE93A94B85A0}" type="presParOf" srcId="{F67F1D58-84B0-46E9-B96A-0DABBBDBA683}" destId="{9DA823A7-2480-4B00-8BD0-1FED80EC1D0F}" srcOrd="1" destOrd="0" presId="urn:microsoft.com/office/officeart/2009/3/layout/HorizontalOrganizationChart"/>
    <dgm:cxn modelId="{A37768C1-C951-4C9E-BD3B-E4E06A83D6BA}" type="presParOf" srcId="{84737D48-B6A1-4BFA-AA69-1DA5D2329B99}" destId="{AD03E446-62BC-42CB-974B-FCB3C0C12DD3}" srcOrd="1" destOrd="0" presId="urn:microsoft.com/office/officeart/2009/3/layout/HorizontalOrganizationChart"/>
    <dgm:cxn modelId="{06C316FE-ED8F-4141-BCCA-C7FB2749E9B1}" type="presParOf" srcId="{84737D48-B6A1-4BFA-AA69-1DA5D2329B99}" destId="{DF63BD28-2FAD-4F8E-A8D8-A2674FCD0BCD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C88A6FD-4C89-4C99-9195-CAD6BF048FB5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s-ES"/>
        </a:p>
      </dgm:t>
    </dgm:pt>
    <dgm:pt modelId="{E5AD8CC8-75ED-4F3D-8F57-96E70A9E31CA}">
      <dgm:prSet phldrT="[Texto]"/>
      <dgm:spPr/>
      <dgm:t>
        <a:bodyPr/>
        <a:lstStyle/>
        <a:p>
          <a:r>
            <a:rPr lang="es-ES" dirty="0"/>
            <a:t>Formas </a:t>
          </a:r>
        </a:p>
      </dgm:t>
    </dgm:pt>
    <dgm:pt modelId="{DCD6FAC4-027B-4567-BD30-65E8393F67D0}" type="parTrans" cxnId="{DF294161-DE02-4A9D-AB9F-0E209C7DE26F}">
      <dgm:prSet/>
      <dgm:spPr/>
      <dgm:t>
        <a:bodyPr/>
        <a:lstStyle/>
        <a:p>
          <a:endParaRPr lang="es-ES"/>
        </a:p>
      </dgm:t>
    </dgm:pt>
    <dgm:pt modelId="{9D9872C8-4DC9-4F5B-9500-CFA26910A8C1}" type="sibTrans" cxnId="{DF294161-DE02-4A9D-AB9F-0E209C7DE26F}">
      <dgm:prSet/>
      <dgm:spPr/>
      <dgm:t>
        <a:bodyPr/>
        <a:lstStyle/>
        <a:p>
          <a:endParaRPr lang="es-ES"/>
        </a:p>
      </dgm:t>
    </dgm:pt>
    <dgm:pt modelId="{A8A35BA7-9FCF-4516-89D4-679783D6A5F2}" type="asst">
      <dgm:prSet phldrT="[Texto]"/>
      <dgm:spPr/>
      <dgm:t>
        <a:bodyPr/>
        <a:lstStyle/>
        <a:p>
          <a:r>
            <a:rPr lang="es-ES" dirty="0"/>
            <a:t>3 posibles </a:t>
          </a:r>
        </a:p>
      </dgm:t>
    </dgm:pt>
    <dgm:pt modelId="{70938B43-83D6-4E44-9C2B-2D7098730B31}" type="parTrans" cxnId="{44A22EB4-4F7A-4BF0-BF4D-9B756F6B27CD}">
      <dgm:prSet/>
      <dgm:spPr/>
      <dgm:t>
        <a:bodyPr/>
        <a:lstStyle/>
        <a:p>
          <a:endParaRPr lang="es-ES"/>
        </a:p>
      </dgm:t>
    </dgm:pt>
    <dgm:pt modelId="{67547B92-1756-442A-908E-4C0456013C76}" type="sibTrans" cxnId="{44A22EB4-4F7A-4BF0-BF4D-9B756F6B27CD}">
      <dgm:prSet/>
      <dgm:spPr/>
      <dgm:t>
        <a:bodyPr/>
        <a:lstStyle/>
        <a:p>
          <a:endParaRPr lang="es-ES"/>
        </a:p>
      </dgm:t>
    </dgm:pt>
    <dgm:pt modelId="{C6AEC061-08A5-4063-8990-3D138DAC2B71}">
      <dgm:prSet phldrT="[Texto]"/>
      <dgm:spPr/>
      <dgm:t>
        <a:bodyPr/>
        <a:lstStyle/>
        <a:p>
          <a:r>
            <a:rPr lang="es-ES" dirty="0" err="1"/>
            <a:t>WorkBeanch</a:t>
          </a:r>
          <a:endParaRPr lang="es-ES" dirty="0"/>
        </a:p>
      </dgm:t>
    </dgm:pt>
    <dgm:pt modelId="{EB048960-5E94-42D3-8D34-60A11CAFE76B}" type="parTrans" cxnId="{4E4E5B55-B0C8-451F-8CEC-569E5D04277F}">
      <dgm:prSet/>
      <dgm:spPr/>
      <dgm:t>
        <a:bodyPr/>
        <a:lstStyle/>
        <a:p>
          <a:endParaRPr lang="es-ES"/>
        </a:p>
      </dgm:t>
    </dgm:pt>
    <dgm:pt modelId="{AAF535E8-3EAD-415D-AB66-70E2A1D46215}" type="sibTrans" cxnId="{4E4E5B55-B0C8-451F-8CEC-569E5D04277F}">
      <dgm:prSet/>
      <dgm:spPr/>
      <dgm:t>
        <a:bodyPr/>
        <a:lstStyle/>
        <a:p>
          <a:endParaRPr lang="es-ES"/>
        </a:p>
      </dgm:t>
    </dgm:pt>
    <dgm:pt modelId="{EAE05BB6-22E7-4B22-9EE0-E1872CAF17BD}">
      <dgm:prSet phldrT="[Texto]"/>
      <dgm:spPr/>
      <dgm:t>
        <a:bodyPr/>
        <a:lstStyle/>
        <a:p>
          <a:r>
            <a:rPr lang="es-ES" dirty="0"/>
            <a:t>Línea de Comandos </a:t>
          </a:r>
        </a:p>
      </dgm:t>
    </dgm:pt>
    <dgm:pt modelId="{4DA5DE10-AF41-4E95-801A-F410C6ADEC5A}" type="parTrans" cxnId="{3A8FA639-757B-47D9-A417-571EC13422FE}">
      <dgm:prSet/>
      <dgm:spPr/>
      <dgm:t>
        <a:bodyPr/>
        <a:lstStyle/>
        <a:p>
          <a:endParaRPr lang="es-ES"/>
        </a:p>
      </dgm:t>
    </dgm:pt>
    <dgm:pt modelId="{B67549F0-6CD8-4AF5-9BDA-B7411421EC0D}" type="sibTrans" cxnId="{3A8FA639-757B-47D9-A417-571EC13422FE}">
      <dgm:prSet/>
      <dgm:spPr/>
      <dgm:t>
        <a:bodyPr/>
        <a:lstStyle/>
        <a:p>
          <a:endParaRPr lang="es-ES"/>
        </a:p>
      </dgm:t>
    </dgm:pt>
    <dgm:pt modelId="{5EE06D04-ECBF-43FE-8C2D-AD503436F769}">
      <dgm:prSet phldrT="[Texto]"/>
      <dgm:spPr/>
      <dgm:t>
        <a:bodyPr/>
        <a:lstStyle/>
        <a:p>
          <a:r>
            <a:rPr lang="es-ES" dirty="0"/>
            <a:t>Desde </a:t>
          </a:r>
          <a:r>
            <a:rPr lang="es-ES" dirty="0" err="1"/>
            <a:t>Php</a:t>
          </a:r>
          <a:r>
            <a:rPr lang="es-ES" dirty="0"/>
            <a:t> </a:t>
          </a:r>
          <a:r>
            <a:rPr lang="es-ES" dirty="0" err="1"/>
            <a:t>MyAdmin</a:t>
          </a:r>
          <a:endParaRPr lang="es-ES" dirty="0"/>
        </a:p>
      </dgm:t>
    </dgm:pt>
    <dgm:pt modelId="{87F0A37D-EA83-435F-9153-482D1CFB21F3}" type="parTrans" cxnId="{2C78D7EE-A36E-4EB0-A656-475A4450E237}">
      <dgm:prSet/>
      <dgm:spPr/>
      <dgm:t>
        <a:bodyPr/>
        <a:lstStyle/>
        <a:p>
          <a:endParaRPr lang="es-ES"/>
        </a:p>
      </dgm:t>
    </dgm:pt>
    <dgm:pt modelId="{7BBD3101-14BB-4228-AA9B-33A868E2794D}" type="sibTrans" cxnId="{2C78D7EE-A36E-4EB0-A656-475A4450E237}">
      <dgm:prSet/>
      <dgm:spPr/>
      <dgm:t>
        <a:bodyPr/>
        <a:lstStyle/>
        <a:p>
          <a:endParaRPr lang="es-ES"/>
        </a:p>
      </dgm:t>
    </dgm:pt>
    <dgm:pt modelId="{6AF0EBC0-F7B3-469B-9BAC-2C99684B22CE}" type="pres">
      <dgm:prSet presAssocID="{EC88A6FD-4C89-4C99-9195-CAD6BF048FB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2732494-DD2E-43E4-8C98-565CC75DB158}" type="pres">
      <dgm:prSet presAssocID="{E5AD8CC8-75ED-4F3D-8F57-96E70A9E31CA}" presName="hierRoot1" presStyleCnt="0">
        <dgm:presLayoutVars>
          <dgm:hierBranch val="init"/>
        </dgm:presLayoutVars>
      </dgm:prSet>
      <dgm:spPr/>
    </dgm:pt>
    <dgm:pt modelId="{11F363D0-C463-4B45-B5B2-D2EFC6BDF8D3}" type="pres">
      <dgm:prSet presAssocID="{E5AD8CC8-75ED-4F3D-8F57-96E70A9E31CA}" presName="rootComposite1" presStyleCnt="0"/>
      <dgm:spPr/>
    </dgm:pt>
    <dgm:pt modelId="{F7DD97E6-58ED-4DF7-9E54-ECD439F5B200}" type="pres">
      <dgm:prSet presAssocID="{E5AD8CC8-75ED-4F3D-8F57-96E70A9E31CA}" presName="rootText1" presStyleLbl="node0" presStyleIdx="0" presStyleCnt="1">
        <dgm:presLayoutVars>
          <dgm:chPref val="3"/>
        </dgm:presLayoutVars>
      </dgm:prSet>
      <dgm:spPr/>
    </dgm:pt>
    <dgm:pt modelId="{C1AD7F67-9CE3-4D5D-B005-420C5CA69CCE}" type="pres">
      <dgm:prSet presAssocID="{E5AD8CC8-75ED-4F3D-8F57-96E70A9E31CA}" presName="rootConnector1" presStyleLbl="node1" presStyleIdx="0" presStyleCnt="0"/>
      <dgm:spPr/>
    </dgm:pt>
    <dgm:pt modelId="{B544B9BC-BFDC-4E36-9599-81139FD4FA2D}" type="pres">
      <dgm:prSet presAssocID="{E5AD8CC8-75ED-4F3D-8F57-96E70A9E31CA}" presName="hierChild2" presStyleCnt="0"/>
      <dgm:spPr/>
    </dgm:pt>
    <dgm:pt modelId="{BFAF2BE2-67CC-4CCF-BDF7-4E3F1FBBBD64}" type="pres">
      <dgm:prSet presAssocID="{EB048960-5E94-42D3-8D34-60A11CAFE76B}" presName="Name37" presStyleLbl="parChTrans1D2" presStyleIdx="0" presStyleCnt="4"/>
      <dgm:spPr/>
    </dgm:pt>
    <dgm:pt modelId="{2CF97E83-9B28-475E-9D45-1C99F9F90AB7}" type="pres">
      <dgm:prSet presAssocID="{C6AEC061-08A5-4063-8990-3D138DAC2B71}" presName="hierRoot2" presStyleCnt="0">
        <dgm:presLayoutVars>
          <dgm:hierBranch val="init"/>
        </dgm:presLayoutVars>
      </dgm:prSet>
      <dgm:spPr/>
    </dgm:pt>
    <dgm:pt modelId="{E91612EE-C589-4890-ABA9-9B0CBF088389}" type="pres">
      <dgm:prSet presAssocID="{C6AEC061-08A5-4063-8990-3D138DAC2B71}" presName="rootComposite" presStyleCnt="0"/>
      <dgm:spPr/>
    </dgm:pt>
    <dgm:pt modelId="{7003731E-C848-4A2D-B835-D27EA2B72804}" type="pres">
      <dgm:prSet presAssocID="{C6AEC061-08A5-4063-8990-3D138DAC2B71}" presName="rootText" presStyleLbl="node2" presStyleIdx="0" presStyleCnt="3">
        <dgm:presLayoutVars>
          <dgm:chPref val="3"/>
        </dgm:presLayoutVars>
      </dgm:prSet>
      <dgm:spPr/>
    </dgm:pt>
    <dgm:pt modelId="{1DE977D1-38A7-4216-8326-8FED71ABB685}" type="pres">
      <dgm:prSet presAssocID="{C6AEC061-08A5-4063-8990-3D138DAC2B71}" presName="rootConnector" presStyleLbl="node2" presStyleIdx="0" presStyleCnt="3"/>
      <dgm:spPr/>
    </dgm:pt>
    <dgm:pt modelId="{8C2C164D-B555-4E93-9780-FE27586D1D8B}" type="pres">
      <dgm:prSet presAssocID="{C6AEC061-08A5-4063-8990-3D138DAC2B71}" presName="hierChild4" presStyleCnt="0"/>
      <dgm:spPr/>
    </dgm:pt>
    <dgm:pt modelId="{91D9C516-1197-4245-9AB3-9D92BC164154}" type="pres">
      <dgm:prSet presAssocID="{C6AEC061-08A5-4063-8990-3D138DAC2B71}" presName="hierChild5" presStyleCnt="0"/>
      <dgm:spPr/>
    </dgm:pt>
    <dgm:pt modelId="{D14D702D-3B1E-438F-821B-F36A4A310C19}" type="pres">
      <dgm:prSet presAssocID="{4DA5DE10-AF41-4E95-801A-F410C6ADEC5A}" presName="Name37" presStyleLbl="parChTrans1D2" presStyleIdx="1" presStyleCnt="4"/>
      <dgm:spPr/>
    </dgm:pt>
    <dgm:pt modelId="{2CA9C4E0-C4B9-4CA4-9C40-1EB95DB8B899}" type="pres">
      <dgm:prSet presAssocID="{EAE05BB6-22E7-4B22-9EE0-E1872CAF17BD}" presName="hierRoot2" presStyleCnt="0">
        <dgm:presLayoutVars>
          <dgm:hierBranch val="init"/>
        </dgm:presLayoutVars>
      </dgm:prSet>
      <dgm:spPr/>
    </dgm:pt>
    <dgm:pt modelId="{ED59FAB0-09A5-44D1-8783-F540F560C7C9}" type="pres">
      <dgm:prSet presAssocID="{EAE05BB6-22E7-4B22-9EE0-E1872CAF17BD}" presName="rootComposite" presStyleCnt="0"/>
      <dgm:spPr/>
    </dgm:pt>
    <dgm:pt modelId="{7C80F0E3-CB69-43DC-BF42-502630F50A6C}" type="pres">
      <dgm:prSet presAssocID="{EAE05BB6-22E7-4B22-9EE0-E1872CAF17BD}" presName="rootText" presStyleLbl="node2" presStyleIdx="1" presStyleCnt="3">
        <dgm:presLayoutVars>
          <dgm:chPref val="3"/>
        </dgm:presLayoutVars>
      </dgm:prSet>
      <dgm:spPr/>
    </dgm:pt>
    <dgm:pt modelId="{94DF2300-7DDE-4BB1-88A0-5582FC8F9117}" type="pres">
      <dgm:prSet presAssocID="{EAE05BB6-22E7-4B22-9EE0-E1872CAF17BD}" presName="rootConnector" presStyleLbl="node2" presStyleIdx="1" presStyleCnt="3"/>
      <dgm:spPr/>
    </dgm:pt>
    <dgm:pt modelId="{A04CF18D-9200-4556-8C31-74B1B48BA639}" type="pres">
      <dgm:prSet presAssocID="{EAE05BB6-22E7-4B22-9EE0-E1872CAF17BD}" presName="hierChild4" presStyleCnt="0"/>
      <dgm:spPr/>
    </dgm:pt>
    <dgm:pt modelId="{157B0DBE-3327-4CEC-880D-61D194340FE5}" type="pres">
      <dgm:prSet presAssocID="{EAE05BB6-22E7-4B22-9EE0-E1872CAF17BD}" presName="hierChild5" presStyleCnt="0"/>
      <dgm:spPr/>
    </dgm:pt>
    <dgm:pt modelId="{44D6AF25-F170-494C-9768-93208BDF43F7}" type="pres">
      <dgm:prSet presAssocID="{87F0A37D-EA83-435F-9153-482D1CFB21F3}" presName="Name37" presStyleLbl="parChTrans1D2" presStyleIdx="2" presStyleCnt="4"/>
      <dgm:spPr/>
    </dgm:pt>
    <dgm:pt modelId="{933185DA-307E-4DF7-A3A6-0138D49A923B}" type="pres">
      <dgm:prSet presAssocID="{5EE06D04-ECBF-43FE-8C2D-AD503436F769}" presName="hierRoot2" presStyleCnt="0">
        <dgm:presLayoutVars>
          <dgm:hierBranch val="init"/>
        </dgm:presLayoutVars>
      </dgm:prSet>
      <dgm:spPr/>
    </dgm:pt>
    <dgm:pt modelId="{81DB72DB-4073-49B7-BF5C-647FA0213D84}" type="pres">
      <dgm:prSet presAssocID="{5EE06D04-ECBF-43FE-8C2D-AD503436F769}" presName="rootComposite" presStyleCnt="0"/>
      <dgm:spPr/>
    </dgm:pt>
    <dgm:pt modelId="{2AA2BBEB-588B-4B4A-9003-1E6166FEA27B}" type="pres">
      <dgm:prSet presAssocID="{5EE06D04-ECBF-43FE-8C2D-AD503436F769}" presName="rootText" presStyleLbl="node2" presStyleIdx="2" presStyleCnt="3">
        <dgm:presLayoutVars>
          <dgm:chPref val="3"/>
        </dgm:presLayoutVars>
      </dgm:prSet>
      <dgm:spPr/>
    </dgm:pt>
    <dgm:pt modelId="{80055234-899A-475D-9A15-7668577688D4}" type="pres">
      <dgm:prSet presAssocID="{5EE06D04-ECBF-43FE-8C2D-AD503436F769}" presName="rootConnector" presStyleLbl="node2" presStyleIdx="2" presStyleCnt="3"/>
      <dgm:spPr/>
    </dgm:pt>
    <dgm:pt modelId="{3D56DCE2-5964-4B71-835C-354D85C185DA}" type="pres">
      <dgm:prSet presAssocID="{5EE06D04-ECBF-43FE-8C2D-AD503436F769}" presName="hierChild4" presStyleCnt="0"/>
      <dgm:spPr/>
    </dgm:pt>
    <dgm:pt modelId="{36377DB7-6A8E-4E67-BC4A-117F5980E4D2}" type="pres">
      <dgm:prSet presAssocID="{5EE06D04-ECBF-43FE-8C2D-AD503436F769}" presName="hierChild5" presStyleCnt="0"/>
      <dgm:spPr/>
    </dgm:pt>
    <dgm:pt modelId="{FC277AA2-A982-4EC0-B740-D4862BDA2E39}" type="pres">
      <dgm:prSet presAssocID="{E5AD8CC8-75ED-4F3D-8F57-96E70A9E31CA}" presName="hierChild3" presStyleCnt="0"/>
      <dgm:spPr/>
    </dgm:pt>
    <dgm:pt modelId="{57D6F042-A357-40AA-9D0E-0D5854BE9BB0}" type="pres">
      <dgm:prSet presAssocID="{70938B43-83D6-4E44-9C2B-2D7098730B31}" presName="Name111" presStyleLbl="parChTrans1D2" presStyleIdx="3" presStyleCnt="4"/>
      <dgm:spPr/>
    </dgm:pt>
    <dgm:pt modelId="{551884FA-B9A5-4A7B-BB82-822914DDADFF}" type="pres">
      <dgm:prSet presAssocID="{A8A35BA7-9FCF-4516-89D4-679783D6A5F2}" presName="hierRoot3" presStyleCnt="0">
        <dgm:presLayoutVars>
          <dgm:hierBranch val="init"/>
        </dgm:presLayoutVars>
      </dgm:prSet>
      <dgm:spPr/>
    </dgm:pt>
    <dgm:pt modelId="{5CF02F4A-7EBD-451D-A11F-AF92FA8F2928}" type="pres">
      <dgm:prSet presAssocID="{A8A35BA7-9FCF-4516-89D4-679783D6A5F2}" presName="rootComposite3" presStyleCnt="0"/>
      <dgm:spPr/>
    </dgm:pt>
    <dgm:pt modelId="{354D164F-236F-4B90-B7CF-1F216C9AC7B7}" type="pres">
      <dgm:prSet presAssocID="{A8A35BA7-9FCF-4516-89D4-679783D6A5F2}" presName="rootText3" presStyleLbl="asst1" presStyleIdx="0" presStyleCnt="1">
        <dgm:presLayoutVars>
          <dgm:chPref val="3"/>
        </dgm:presLayoutVars>
      </dgm:prSet>
      <dgm:spPr/>
    </dgm:pt>
    <dgm:pt modelId="{0FB3CB9A-EA2B-44FF-9833-5FB0AEF08C0A}" type="pres">
      <dgm:prSet presAssocID="{A8A35BA7-9FCF-4516-89D4-679783D6A5F2}" presName="rootConnector3" presStyleLbl="asst1" presStyleIdx="0" presStyleCnt="1"/>
      <dgm:spPr/>
    </dgm:pt>
    <dgm:pt modelId="{05E5BDCD-C8D1-4D40-970C-9C390DD59B51}" type="pres">
      <dgm:prSet presAssocID="{A8A35BA7-9FCF-4516-89D4-679783D6A5F2}" presName="hierChild6" presStyleCnt="0"/>
      <dgm:spPr/>
    </dgm:pt>
    <dgm:pt modelId="{15B4C250-D7ED-4B1D-8459-A82996000864}" type="pres">
      <dgm:prSet presAssocID="{A8A35BA7-9FCF-4516-89D4-679783D6A5F2}" presName="hierChild7" presStyleCnt="0"/>
      <dgm:spPr/>
    </dgm:pt>
  </dgm:ptLst>
  <dgm:cxnLst>
    <dgm:cxn modelId="{19358421-1C3E-49F5-A5B3-3A418EA25831}" type="presOf" srcId="{E5AD8CC8-75ED-4F3D-8F57-96E70A9E31CA}" destId="{F7DD97E6-58ED-4DF7-9E54-ECD439F5B200}" srcOrd="0" destOrd="0" presId="urn:microsoft.com/office/officeart/2005/8/layout/orgChart1"/>
    <dgm:cxn modelId="{3A8FA639-757B-47D9-A417-571EC13422FE}" srcId="{E5AD8CC8-75ED-4F3D-8F57-96E70A9E31CA}" destId="{EAE05BB6-22E7-4B22-9EE0-E1872CAF17BD}" srcOrd="2" destOrd="0" parTransId="{4DA5DE10-AF41-4E95-801A-F410C6ADEC5A}" sibTransId="{B67549F0-6CD8-4AF5-9BDA-B7411421EC0D}"/>
    <dgm:cxn modelId="{8EAC575F-0032-4FD9-9E6C-1C514CA33648}" type="presOf" srcId="{EAE05BB6-22E7-4B22-9EE0-E1872CAF17BD}" destId="{7C80F0E3-CB69-43DC-BF42-502630F50A6C}" srcOrd="0" destOrd="0" presId="urn:microsoft.com/office/officeart/2005/8/layout/orgChart1"/>
    <dgm:cxn modelId="{DF294161-DE02-4A9D-AB9F-0E209C7DE26F}" srcId="{EC88A6FD-4C89-4C99-9195-CAD6BF048FB5}" destId="{E5AD8CC8-75ED-4F3D-8F57-96E70A9E31CA}" srcOrd="0" destOrd="0" parTransId="{DCD6FAC4-027B-4567-BD30-65E8393F67D0}" sibTransId="{9D9872C8-4DC9-4F5B-9500-CFA26910A8C1}"/>
    <dgm:cxn modelId="{D666D667-E272-43F8-B23F-94DE9C3FAD61}" type="presOf" srcId="{E5AD8CC8-75ED-4F3D-8F57-96E70A9E31CA}" destId="{C1AD7F67-9CE3-4D5D-B005-420C5CA69CCE}" srcOrd="1" destOrd="0" presId="urn:microsoft.com/office/officeart/2005/8/layout/orgChart1"/>
    <dgm:cxn modelId="{DECBB34C-7924-441B-8652-FC0879370EE9}" type="presOf" srcId="{EB048960-5E94-42D3-8D34-60A11CAFE76B}" destId="{BFAF2BE2-67CC-4CCF-BDF7-4E3F1FBBBD64}" srcOrd="0" destOrd="0" presId="urn:microsoft.com/office/officeart/2005/8/layout/orgChart1"/>
    <dgm:cxn modelId="{B1C1454D-A80A-4D90-82DE-06A8EC00FE05}" type="presOf" srcId="{5EE06D04-ECBF-43FE-8C2D-AD503436F769}" destId="{2AA2BBEB-588B-4B4A-9003-1E6166FEA27B}" srcOrd="0" destOrd="0" presId="urn:microsoft.com/office/officeart/2005/8/layout/orgChart1"/>
    <dgm:cxn modelId="{BD5E2354-EAB8-480B-81B0-5AE8A24FF482}" type="presOf" srcId="{C6AEC061-08A5-4063-8990-3D138DAC2B71}" destId="{7003731E-C848-4A2D-B835-D27EA2B72804}" srcOrd="0" destOrd="0" presId="urn:microsoft.com/office/officeart/2005/8/layout/orgChart1"/>
    <dgm:cxn modelId="{4E4E5B55-B0C8-451F-8CEC-569E5D04277F}" srcId="{E5AD8CC8-75ED-4F3D-8F57-96E70A9E31CA}" destId="{C6AEC061-08A5-4063-8990-3D138DAC2B71}" srcOrd="1" destOrd="0" parTransId="{EB048960-5E94-42D3-8D34-60A11CAFE76B}" sibTransId="{AAF535E8-3EAD-415D-AB66-70E2A1D46215}"/>
    <dgm:cxn modelId="{B6D37B79-8362-422C-BA86-E7BF9573B3BB}" type="presOf" srcId="{70938B43-83D6-4E44-9C2B-2D7098730B31}" destId="{57D6F042-A357-40AA-9D0E-0D5854BE9BB0}" srcOrd="0" destOrd="0" presId="urn:microsoft.com/office/officeart/2005/8/layout/orgChart1"/>
    <dgm:cxn modelId="{40234A94-4B10-48F3-A743-1FF32E89CDD9}" type="presOf" srcId="{4DA5DE10-AF41-4E95-801A-F410C6ADEC5A}" destId="{D14D702D-3B1E-438F-821B-F36A4A310C19}" srcOrd="0" destOrd="0" presId="urn:microsoft.com/office/officeart/2005/8/layout/orgChart1"/>
    <dgm:cxn modelId="{F02C249E-5DB1-4DB4-907D-D0E6286AE708}" type="presOf" srcId="{A8A35BA7-9FCF-4516-89D4-679783D6A5F2}" destId="{0FB3CB9A-EA2B-44FF-9833-5FB0AEF08C0A}" srcOrd="1" destOrd="0" presId="urn:microsoft.com/office/officeart/2005/8/layout/orgChart1"/>
    <dgm:cxn modelId="{118807A4-315A-4F6C-84DD-838AD6648421}" type="presOf" srcId="{EAE05BB6-22E7-4B22-9EE0-E1872CAF17BD}" destId="{94DF2300-7DDE-4BB1-88A0-5582FC8F9117}" srcOrd="1" destOrd="0" presId="urn:microsoft.com/office/officeart/2005/8/layout/orgChart1"/>
    <dgm:cxn modelId="{B77CBDAD-F2B1-468F-8FEC-4B5C91A020BB}" type="presOf" srcId="{87F0A37D-EA83-435F-9153-482D1CFB21F3}" destId="{44D6AF25-F170-494C-9768-93208BDF43F7}" srcOrd="0" destOrd="0" presId="urn:microsoft.com/office/officeart/2005/8/layout/orgChart1"/>
    <dgm:cxn modelId="{44A22EB4-4F7A-4BF0-BF4D-9B756F6B27CD}" srcId="{E5AD8CC8-75ED-4F3D-8F57-96E70A9E31CA}" destId="{A8A35BA7-9FCF-4516-89D4-679783D6A5F2}" srcOrd="0" destOrd="0" parTransId="{70938B43-83D6-4E44-9C2B-2D7098730B31}" sibTransId="{67547B92-1756-442A-908E-4C0456013C76}"/>
    <dgm:cxn modelId="{7A29BAB5-9783-4B6F-8674-8DA22B53CC24}" type="presOf" srcId="{EC88A6FD-4C89-4C99-9195-CAD6BF048FB5}" destId="{6AF0EBC0-F7B3-469B-9BAC-2C99684B22CE}" srcOrd="0" destOrd="0" presId="urn:microsoft.com/office/officeart/2005/8/layout/orgChart1"/>
    <dgm:cxn modelId="{BD77AFC0-562A-400C-AE6B-78527AD0F76C}" type="presOf" srcId="{5EE06D04-ECBF-43FE-8C2D-AD503436F769}" destId="{80055234-899A-475D-9A15-7668577688D4}" srcOrd="1" destOrd="0" presId="urn:microsoft.com/office/officeart/2005/8/layout/orgChart1"/>
    <dgm:cxn modelId="{29E89FCF-E6B5-47B3-AA65-7C3C44CBC3CA}" type="presOf" srcId="{C6AEC061-08A5-4063-8990-3D138DAC2B71}" destId="{1DE977D1-38A7-4216-8326-8FED71ABB685}" srcOrd="1" destOrd="0" presId="urn:microsoft.com/office/officeart/2005/8/layout/orgChart1"/>
    <dgm:cxn modelId="{D3E576E2-3597-4548-B982-FB8A7212E245}" type="presOf" srcId="{A8A35BA7-9FCF-4516-89D4-679783D6A5F2}" destId="{354D164F-236F-4B90-B7CF-1F216C9AC7B7}" srcOrd="0" destOrd="0" presId="urn:microsoft.com/office/officeart/2005/8/layout/orgChart1"/>
    <dgm:cxn modelId="{2C78D7EE-A36E-4EB0-A656-475A4450E237}" srcId="{E5AD8CC8-75ED-4F3D-8F57-96E70A9E31CA}" destId="{5EE06D04-ECBF-43FE-8C2D-AD503436F769}" srcOrd="3" destOrd="0" parTransId="{87F0A37D-EA83-435F-9153-482D1CFB21F3}" sibTransId="{7BBD3101-14BB-4228-AA9B-33A868E2794D}"/>
    <dgm:cxn modelId="{715F883C-AFD9-4E0B-B06A-C327C4E2E548}" type="presParOf" srcId="{6AF0EBC0-F7B3-469B-9BAC-2C99684B22CE}" destId="{C2732494-DD2E-43E4-8C98-565CC75DB158}" srcOrd="0" destOrd="0" presId="urn:microsoft.com/office/officeart/2005/8/layout/orgChart1"/>
    <dgm:cxn modelId="{9F99F950-0767-474D-8709-2644DF3CE5CD}" type="presParOf" srcId="{C2732494-DD2E-43E4-8C98-565CC75DB158}" destId="{11F363D0-C463-4B45-B5B2-D2EFC6BDF8D3}" srcOrd="0" destOrd="0" presId="urn:microsoft.com/office/officeart/2005/8/layout/orgChart1"/>
    <dgm:cxn modelId="{6A5351B8-36E0-46B5-83F2-7EAB53A0ED3E}" type="presParOf" srcId="{11F363D0-C463-4B45-B5B2-D2EFC6BDF8D3}" destId="{F7DD97E6-58ED-4DF7-9E54-ECD439F5B200}" srcOrd="0" destOrd="0" presId="urn:microsoft.com/office/officeart/2005/8/layout/orgChart1"/>
    <dgm:cxn modelId="{8208B223-DC81-47FD-8305-15705B8EFD36}" type="presParOf" srcId="{11F363D0-C463-4B45-B5B2-D2EFC6BDF8D3}" destId="{C1AD7F67-9CE3-4D5D-B005-420C5CA69CCE}" srcOrd="1" destOrd="0" presId="urn:microsoft.com/office/officeart/2005/8/layout/orgChart1"/>
    <dgm:cxn modelId="{BD2A5A0A-538C-489F-9752-F508F2A0F17C}" type="presParOf" srcId="{C2732494-DD2E-43E4-8C98-565CC75DB158}" destId="{B544B9BC-BFDC-4E36-9599-81139FD4FA2D}" srcOrd="1" destOrd="0" presId="urn:microsoft.com/office/officeart/2005/8/layout/orgChart1"/>
    <dgm:cxn modelId="{FBF0E7C4-6882-40F3-8DAB-616DC0996E07}" type="presParOf" srcId="{B544B9BC-BFDC-4E36-9599-81139FD4FA2D}" destId="{BFAF2BE2-67CC-4CCF-BDF7-4E3F1FBBBD64}" srcOrd="0" destOrd="0" presId="urn:microsoft.com/office/officeart/2005/8/layout/orgChart1"/>
    <dgm:cxn modelId="{B35265A2-7D46-4710-A4B4-84E2273FCD5D}" type="presParOf" srcId="{B544B9BC-BFDC-4E36-9599-81139FD4FA2D}" destId="{2CF97E83-9B28-475E-9D45-1C99F9F90AB7}" srcOrd="1" destOrd="0" presId="urn:microsoft.com/office/officeart/2005/8/layout/orgChart1"/>
    <dgm:cxn modelId="{D0F4978C-3B88-4074-A6FB-F48965E070D1}" type="presParOf" srcId="{2CF97E83-9B28-475E-9D45-1C99F9F90AB7}" destId="{E91612EE-C589-4890-ABA9-9B0CBF088389}" srcOrd="0" destOrd="0" presId="urn:microsoft.com/office/officeart/2005/8/layout/orgChart1"/>
    <dgm:cxn modelId="{751F116A-C13C-4290-9312-A63AE3A3ED8A}" type="presParOf" srcId="{E91612EE-C589-4890-ABA9-9B0CBF088389}" destId="{7003731E-C848-4A2D-B835-D27EA2B72804}" srcOrd="0" destOrd="0" presId="urn:microsoft.com/office/officeart/2005/8/layout/orgChart1"/>
    <dgm:cxn modelId="{3AFC8AC5-140C-4747-91D1-EA0D7AC9F45D}" type="presParOf" srcId="{E91612EE-C589-4890-ABA9-9B0CBF088389}" destId="{1DE977D1-38A7-4216-8326-8FED71ABB685}" srcOrd="1" destOrd="0" presId="urn:microsoft.com/office/officeart/2005/8/layout/orgChart1"/>
    <dgm:cxn modelId="{F700470F-E1A4-4F06-845A-B2D120576AE1}" type="presParOf" srcId="{2CF97E83-9B28-475E-9D45-1C99F9F90AB7}" destId="{8C2C164D-B555-4E93-9780-FE27586D1D8B}" srcOrd="1" destOrd="0" presId="urn:microsoft.com/office/officeart/2005/8/layout/orgChart1"/>
    <dgm:cxn modelId="{6126C44D-9B5C-4AC7-B0A1-A47B2E54F56A}" type="presParOf" srcId="{2CF97E83-9B28-475E-9D45-1C99F9F90AB7}" destId="{91D9C516-1197-4245-9AB3-9D92BC164154}" srcOrd="2" destOrd="0" presId="urn:microsoft.com/office/officeart/2005/8/layout/orgChart1"/>
    <dgm:cxn modelId="{5B0C5768-736A-4B0F-A00C-B71E0E7A792F}" type="presParOf" srcId="{B544B9BC-BFDC-4E36-9599-81139FD4FA2D}" destId="{D14D702D-3B1E-438F-821B-F36A4A310C19}" srcOrd="2" destOrd="0" presId="urn:microsoft.com/office/officeart/2005/8/layout/orgChart1"/>
    <dgm:cxn modelId="{716AFD23-AE58-4E83-8F63-ECD2205348B8}" type="presParOf" srcId="{B544B9BC-BFDC-4E36-9599-81139FD4FA2D}" destId="{2CA9C4E0-C4B9-4CA4-9C40-1EB95DB8B899}" srcOrd="3" destOrd="0" presId="urn:microsoft.com/office/officeart/2005/8/layout/orgChart1"/>
    <dgm:cxn modelId="{029D6F25-6633-4B0F-B2F7-F21598F386CF}" type="presParOf" srcId="{2CA9C4E0-C4B9-4CA4-9C40-1EB95DB8B899}" destId="{ED59FAB0-09A5-44D1-8783-F540F560C7C9}" srcOrd="0" destOrd="0" presId="urn:microsoft.com/office/officeart/2005/8/layout/orgChart1"/>
    <dgm:cxn modelId="{322222AC-98A6-4908-B118-B08DA6C62085}" type="presParOf" srcId="{ED59FAB0-09A5-44D1-8783-F540F560C7C9}" destId="{7C80F0E3-CB69-43DC-BF42-502630F50A6C}" srcOrd="0" destOrd="0" presId="urn:microsoft.com/office/officeart/2005/8/layout/orgChart1"/>
    <dgm:cxn modelId="{BB83D9BB-AB9F-490C-8227-C7CB04A553DF}" type="presParOf" srcId="{ED59FAB0-09A5-44D1-8783-F540F560C7C9}" destId="{94DF2300-7DDE-4BB1-88A0-5582FC8F9117}" srcOrd="1" destOrd="0" presId="urn:microsoft.com/office/officeart/2005/8/layout/orgChart1"/>
    <dgm:cxn modelId="{EEC9F8AE-F182-4955-81B0-C04027D67DB2}" type="presParOf" srcId="{2CA9C4E0-C4B9-4CA4-9C40-1EB95DB8B899}" destId="{A04CF18D-9200-4556-8C31-74B1B48BA639}" srcOrd="1" destOrd="0" presId="urn:microsoft.com/office/officeart/2005/8/layout/orgChart1"/>
    <dgm:cxn modelId="{CC9B6600-B67E-49BA-8941-1980EF50206F}" type="presParOf" srcId="{2CA9C4E0-C4B9-4CA4-9C40-1EB95DB8B899}" destId="{157B0DBE-3327-4CEC-880D-61D194340FE5}" srcOrd="2" destOrd="0" presId="urn:microsoft.com/office/officeart/2005/8/layout/orgChart1"/>
    <dgm:cxn modelId="{38E0BDD0-09AE-4336-93E6-6673547E4740}" type="presParOf" srcId="{B544B9BC-BFDC-4E36-9599-81139FD4FA2D}" destId="{44D6AF25-F170-494C-9768-93208BDF43F7}" srcOrd="4" destOrd="0" presId="urn:microsoft.com/office/officeart/2005/8/layout/orgChart1"/>
    <dgm:cxn modelId="{E9C7FD7E-E120-4C46-8781-B57DFBB50460}" type="presParOf" srcId="{B544B9BC-BFDC-4E36-9599-81139FD4FA2D}" destId="{933185DA-307E-4DF7-A3A6-0138D49A923B}" srcOrd="5" destOrd="0" presId="urn:microsoft.com/office/officeart/2005/8/layout/orgChart1"/>
    <dgm:cxn modelId="{4FC26A36-AF35-4A48-8B77-F8C8B67755F3}" type="presParOf" srcId="{933185DA-307E-4DF7-A3A6-0138D49A923B}" destId="{81DB72DB-4073-49B7-BF5C-647FA0213D84}" srcOrd="0" destOrd="0" presId="urn:microsoft.com/office/officeart/2005/8/layout/orgChart1"/>
    <dgm:cxn modelId="{429EFCAD-DDCA-43F8-9FD0-BFAEE8290B00}" type="presParOf" srcId="{81DB72DB-4073-49B7-BF5C-647FA0213D84}" destId="{2AA2BBEB-588B-4B4A-9003-1E6166FEA27B}" srcOrd="0" destOrd="0" presId="urn:microsoft.com/office/officeart/2005/8/layout/orgChart1"/>
    <dgm:cxn modelId="{50B29620-27AA-46D1-A544-3E42E303406F}" type="presParOf" srcId="{81DB72DB-4073-49B7-BF5C-647FA0213D84}" destId="{80055234-899A-475D-9A15-7668577688D4}" srcOrd="1" destOrd="0" presId="urn:microsoft.com/office/officeart/2005/8/layout/orgChart1"/>
    <dgm:cxn modelId="{00A1043D-3727-4DDD-BA99-8DEABDB0E80A}" type="presParOf" srcId="{933185DA-307E-4DF7-A3A6-0138D49A923B}" destId="{3D56DCE2-5964-4B71-835C-354D85C185DA}" srcOrd="1" destOrd="0" presId="urn:microsoft.com/office/officeart/2005/8/layout/orgChart1"/>
    <dgm:cxn modelId="{E04CF0AF-7ED8-4C8E-A0E7-5CC5950D98EC}" type="presParOf" srcId="{933185DA-307E-4DF7-A3A6-0138D49A923B}" destId="{36377DB7-6A8E-4E67-BC4A-117F5980E4D2}" srcOrd="2" destOrd="0" presId="urn:microsoft.com/office/officeart/2005/8/layout/orgChart1"/>
    <dgm:cxn modelId="{003D1A6E-46FB-4278-A970-E748DAF0E63A}" type="presParOf" srcId="{C2732494-DD2E-43E4-8C98-565CC75DB158}" destId="{FC277AA2-A982-4EC0-B740-D4862BDA2E39}" srcOrd="2" destOrd="0" presId="urn:microsoft.com/office/officeart/2005/8/layout/orgChart1"/>
    <dgm:cxn modelId="{3EBDB1F2-C020-41FC-97FD-132631CD066C}" type="presParOf" srcId="{FC277AA2-A982-4EC0-B740-D4862BDA2E39}" destId="{57D6F042-A357-40AA-9D0E-0D5854BE9BB0}" srcOrd="0" destOrd="0" presId="urn:microsoft.com/office/officeart/2005/8/layout/orgChart1"/>
    <dgm:cxn modelId="{9C5EA492-9A2B-4F16-92AD-6A0800B479DD}" type="presParOf" srcId="{FC277AA2-A982-4EC0-B740-D4862BDA2E39}" destId="{551884FA-B9A5-4A7B-BB82-822914DDADFF}" srcOrd="1" destOrd="0" presId="urn:microsoft.com/office/officeart/2005/8/layout/orgChart1"/>
    <dgm:cxn modelId="{0D1372E7-D334-4E5F-9140-CBA59F586D52}" type="presParOf" srcId="{551884FA-B9A5-4A7B-BB82-822914DDADFF}" destId="{5CF02F4A-7EBD-451D-A11F-AF92FA8F2928}" srcOrd="0" destOrd="0" presId="urn:microsoft.com/office/officeart/2005/8/layout/orgChart1"/>
    <dgm:cxn modelId="{BE2DC915-3A13-4050-ADD8-15AE69FD59A5}" type="presParOf" srcId="{5CF02F4A-7EBD-451D-A11F-AF92FA8F2928}" destId="{354D164F-236F-4B90-B7CF-1F216C9AC7B7}" srcOrd="0" destOrd="0" presId="urn:microsoft.com/office/officeart/2005/8/layout/orgChart1"/>
    <dgm:cxn modelId="{F20B4E34-C253-430D-A4AD-45D6637A082B}" type="presParOf" srcId="{5CF02F4A-7EBD-451D-A11F-AF92FA8F2928}" destId="{0FB3CB9A-EA2B-44FF-9833-5FB0AEF08C0A}" srcOrd="1" destOrd="0" presId="urn:microsoft.com/office/officeart/2005/8/layout/orgChart1"/>
    <dgm:cxn modelId="{2AEB80AA-715E-4BED-AFFF-BB42E354D1DD}" type="presParOf" srcId="{551884FA-B9A5-4A7B-BB82-822914DDADFF}" destId="{05E5BDCD-C8D1-4D40-970C-9C390DD59B51}" srcOrd="1" destOrd="0" presId="urn:microsoft.com/office/officeart/2005/8/layout/orgChart1"/>
    <dgm:cxn modelId="{C78067E7-637A-456F-93F3-A94247AAE166}" type="presParOf" srcId="{551884FA-B9A5-4A7B-BB82-822914DDADFF}" destId="{15B4C250-D7ED-4B1D-8459-A8299600086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C88A6FD-4C89-4C99-9195-CAD6BF048FB5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s-ES"/>
        </a:p>
      </dgm:t>
    </dgm:pt>
    <dgm:pt modelId="{E5AD8CC8-75ED-4F3D-8F57-96E70A9E31CA}">
      <dgm:prSet phldrT="[Texto]"/>
      <dgm:spPr/>
      <dgm:t>
        <a:bodyPr/>
        <a:lstStyle/>
        <a:p>
          <a:r>
            <a:rPr lang="es-ES" dirty="0"/>
            <a:t>Formas </a:t>
          </a:r>
        </a:p>
      </dgm:t>
    </dgm:pt>
    <dgm:pt modelId="{DCD6FAC4-027B-4567-BD30-65E8393F67D0}" type="parTrans" cxnId="{DF294161-DE02-4A9D-AB9F-0E209C7DE26F}">
      <dgm:prSet/>
      <dgm:spPr/>
      <dgm:t>
        <a:bodyPr/>
        <a:lstStyle/>
        <a:p>
          <a:endParaRPr lang="es-ES"/>
        </a:p>
      </dgm:t>
    </dgm:pt>
    <dgm:pt modelId="{9D9872C8-4DC9-4F5B-9500-CFA26910A8C1}" type="sibTrans" cxnId="{DF294161-DE02-4A9D-AB9F-0E209C7DE26F}">
      <dgm:prSet/>
      <dgm:spPr/>
      <dgm:t>
        <a:bodyPr/>
        <a:lstStyle/>
        <a:p>
          <a:endParaRPr lang="es-ES"/>
        </a:p>
      </dgm:t>
    </dgm:pt>
    <dgm:pt modelId="{A8A35BA7-9FCF-4516-89D4-679783D6A5F2}" type="asst">
      <dgm:prSet phldrT="[Texto]"/>
      <dgm:spPr/>
      <dgm:t>
        <a:bodyPr/>
        <a:lstStyle/>
        <a:p>
          <a:r>
            <a:rPr lang="es-ES" dirty="0"/>
            <a:t>3 posibles </a:t>
          </a:r>
        </a:p>
      </dgm:t>
    </dgm:pt>
    <dgm:pt modelId="{70938B43-83D6-4E44-9C2B-2D7098730B31}" type="parTrans" cxnId="{44A22EB4-4F7A-4BF0-BF4D-9B756F6B27CD}">
      <dgm:prSet/>
      <dgm:spPr/>
      <dgm:t>
        <a:bodyPr/>
        <a:lstStyle/>
        <a:p>
          <a:endParaRPr lang="es-ES"/>
        </a:p>
      </dgm:t>
    </dgm:pt>
    <dgm:pt modelId="{67547B92-1756-442A-908E-4C0456013C76}" type="sibTrans" cxnId="{44A22EB4-4F7A-4BF0-BF4D-9B756F6B27CD}">
      <dgm:prSet/>
      <dgm:spPr/>
      <dgm:t>
        <a:bodyPr/>
        <a:lstStyle/>
        <a:p>
          <a:endParaRPr lang="es-ES"/>
        </a:p>
      </dgm:t>
    </dgm:pt>
    <dgm:pt modelId="{C6AEC061-08A5-4063-8990-3D138DAC2B71}">
      <dgm:prSet phldrT="[Texto]"/>
      <dgm:spPr/>
      <dgm:t>
        <a:bodyPr/>
        <a:lstStyle/>
        <a:p>
          <a:endParaRPr lang="es-ES" dirty="0"/>
        </a:p>
      </dgm:t>
    </dgm:pt>
    <dgm:pt modelId="{EB048960-5E94-42D3-8D34-60A11CAFE76B}" type="parTrans" cxnId="{4E4E5B55-B0C8-451F-8CEC-569E5D04277F}">
      <dgm:prSet/>
      <dgm:spPr/>
      <dgm:t>
        <a:bodyPr/>
        <a:lstStyle/>
        <a:p>
          <a:endParaRPr lang="es-ES"/>
        </a:p>
      </dgm:t>
    </dgm:pt>
    <dgm:pt modelId="{AAF535E8-3EAD-415D-AB66-70E2A1D46215}" type="sibTrans" cxnId="{4E4E5B55-B0C8-451F-8CEC-569E5D04277F}">
      <dgm:prSet/>
      <dgm:spPr/>
      <dgm:t>
        <a:bodyPr/>
        <a:lstStyle/>
        <a:p>
          <a:endParaRPr lang="es-ES"/>
        </a:p>
      </dgm:t>
    </dgm:pt>
    <dgm:pt modelId="{EAE05BB6-22E7-4B22-9EE0-E1872CAF17BD}">
      <dgm:prSet phldrT="[Texto]"/>
      <dgm:spPr/>
      <dgm:t>
        <a:bodyPr/>
        <a:lstStyle/>
        <a:p>
          <a:r>
            <a:rPr lang="es-ES" dirty="0"/>
            <a:t>Línea de Comandos </a:t>
          </a:r>
        </a:p>
      </dgm:t>
    </dgm:pt>
    <dgm:pt modelId="{4DA5DE10-AF41-4E95-801A-F410C6ADEC5A}" type="parTrans" cxnId="{3A8FA639-757B-47D9-A417-571EC13422FE}">
      <dgm:prSet/>
      <dgm:spPr/>
      <dgm:t>
        <a:bodyPr/>
        <a:lstStyle/>
        <a:p>
          <a:endParaRPr lang="es-ES"/>
        </a:p>
      </dgm:t>
    </dgm:pt>
    <dgm:pt modelId="{B67549F0-6CD8-4AF5-9BDA-B7411421EC0D}" type="sibTrans" cxnId="{3A8FA639-757B-47D9-A417-571EC13422FE}">
      <dgm:prSet/>
      <dgm:spPr/>
      <dgm:t>
        <a:bodyPr/>
        <a:lstStyle/>
        <a:p>
          <a:endParaRPr lang="es-ES"/>
        </a:p>
      </dgm:t>
    </dgm:pt>
    <dgm:pt modelId="{5EE06D04-ECBF-43FE-8C2D-AD503436F769}">
      <dgm:prSet phldrT="[Texto]"/>
      <dgm:spPr/>
      <dgm:t>
        <a:bodyPr/>
        <a:lstStyle/>
        <a:p>
          <a:r>
            <a:rPr lang="es-ES" dirty="0"/>
            <a:t>Desde </a:t>
          </a:r>
          <a:r>
            <a:rPr lang="es-ES" dirty="0" err="1"/>
            <a:t>Php</a:t>
          </a:r>
          <a:r>
            <a:rPr lang="es-ES" dirty="0"/>
            <a:t> </a:t>
          </a:r>
          <a:r>
            <a:rPr lang="es-ES" dirty="0" err="1"/>
            <a:t>MyAdmin</a:t>
          </a:r>
          <a:endParaRPr lang="es-ES" dirty="0"/>
        </a:p>
      </dgm:t>
    </dgm:pt>
    <dgm:pt modelId="{87F0A37D-EA83-435F-9153-482D1CFB21F3}" type="parTrans" cxnId="{2C78D7EE-A36E-4EB0-A656-475A4450E237}">
      <dgm:prSet/>
      <dgm:spPr/>
      <dgm:t>
        <a:bodyPr/>
        <a:lstStyle/>
        <a:p>
          <a:endParaRPr lang="es-ES"/>
        </a:p>
      </dgm:t>
    </dgm:pt>
    <dgm:pt modelId="{7BBD3101-14BB-4228-AA9B-33A868E2794D}" type="sibTrans" cxnId="{2C78D7EE-A36E-4EB0-A656-475A4450E237}">
      <dgm:prSet/>
      <dgm:spPr/>
      <dgm:t>
        <a:bodyPr/>
        <a:lstStyle/>
        <a:p>
          <a:endParaRPr lang="es-ES"/>
        </a:p>
      </dgm:t>
    </dgm:pt>
    <dgm:pt modelId="{6AF0EBC0-F7B3-469B-9BAC-2C99684B22CE}" type="pres">
      <dgm:prSet presAssocID="{EC88A6FD-4C89-4C99-9195-CAD6BF048FB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2732494-DD2E-43E4-8C98-565CC75DB158}" type="pres">
      <dgm:prSet presAssocID="{E5AD8CC8-75ED-4F3D-8F57-96E70A9E31CA}" presName="hierRoot1" presStyleCnt="0">
        <dgm:presLayoutVars>
          <dgm:hierBranch val="init"/>
        </dgm:presLayoutVars>
      </dgm:prSet>
      <dgm:spPr/>
    </dgm:pt>
    <dgm:pt modelId="{11F363D0-C463-4B45-B5B2-D2EFC6BDF8D3}" type="pres">
      <dgm:prSet presAssocID="{E5AD8CC8-75ED-4F3D-8F57-96E70A9E31CA}" presName="rootComposite1" presStyleCnt="0"/>
      <dgm:spPr/>
    </dgm:pt>
    <dgm:pt modelId="{F7DD97E6-58ED-4DF7-9E54-ECD439F5B200}" type="pres">
      <dgm:prSet presAssocID="{E5AD8CC8-75ED-4F3D-8F57-96E70A9E31CA}" presName="rootText1" presStyleLbl="node0" presStyleIdx="0" presStyleCnt="1">
        <dgm:presLayoutVars>
          <dgm:chPref val="3"/>
        </dgm:presLayoutVars>
      </dgm:prSet>
      <dgm:spPr/>
    </dgm:pt>
    <dgm:pt modelId="{C1AD7F67-9CE3-4D5D-B005-420C5CA69CCE}" type="pres">
      <dgm:prSet presAssocID="{E5AD8CC8-75ED-4F3D-8F57-96E70A9E31CA}" presName="rootConnector1" presStyleLbl="node1" presStyleIdx="0" presStyleCnt="0"/>
      <dgm:spPr/>
    </dgm:pt>
    <dgm:pt modelId="{B544B9BC-BFDC-4E36-9599-81139FD4FA2D}" type="pres">
      <dgm:prSet presAssocID="{E5AD8CC8-75ED-4F3D-8F57-96E70A9E31CA}" presName="hierChild2" presStyleCnt="0"/>
      <dgm:spPr/>
    </dgm:pt>
    <dgm:pt modelId="{BFAF2BE2-67CC-4CCF-BDF7-4E3F1FBBBD64}" type="pres">
      <dgm:prSet presAssocID="{EB048960-5E94-42D3-8D34-60A11CAFE76B}" presName="Name37" presStyleLbl="parChTrans1D2" presStyleIdx="0" presStyleCnt="4"/>
      <dgm:spPr/>
    </dgm:pt>
    <dgm:pt modelId="{2CF97E83-9B28-475E-9D45-1C99F9F90AB7}" type="pres">
      <dgm:prSet presAssocID="{C6AEC061-08A5-4063-8990-3D138DAC2B71}" presName="hierRoot2" presStyleCnt="0">
        <dgm:presLayoutVars>
          <dgm:hierBranch val="init"/>
        </dgm:presLayoutVars>
      </dgm:prSet>
      <dgm:spPr/>
    </dgm:pt>
    <dgm:pt modelId="{E91612EE-C589-4890-ABA9-9B0CBF088389}" type="pres">
      <dgm:prSet presAssocID="{C6AEC061-08A5-4063-8990-3D138DAC2B71}" presName="rootComposite" presStyleCnt="0"/>
      <dgm:spPr/>
    </dgm:pt>
    <dgm:pt modelId="{7003731E-C848-4A2D-B835-D27EA2B72804}" type="pres">
      <dgm:prSet presAssocID="{C6AEC061-08A5-4063-8990-3D138DAC2B71}" presName="rootText" presStyleLbl="node2" presStyleIdx="0" presStyleCnt="3">
        <dgm:presLayoutVars>
          <dgm:chPref val="3"/>
        </dgm:presLayoutVars>
      </dgm:prSet>
      <dgm:spPr/>
    </dgm:pt>
    <dgm:pt modelId="{1DE977D1-38A7-4216-8326-8FED71ABB685}" type="pres">
      <dgm:prSet presAssocID="{C6AEC061-08A5-4063-8990-3D138DAC2B71}" presName="rootConnector" presStyleLbl="node2" presStyleIdx="0" presStyleCnt="3"/>
      <dgm:spPr/>
    </dgm:pt>
    <dgm:pt modelId="{8C2C164D-B555-4E93-9780-FE27586D1D8B}" type="pres">
      <dgm:prSet presAssocID="{C6AEC061-08A5-4063-8990-3D138DAC2B71}" presName="hierChild4" presStyleCnt="0"/>
      <dgm:spPr/>
    </dgm:pt>
    <dgm:pt modelId="{91D9C516-1197-4245-9AB3-9D92BC164154}" type="pres">
      <dgm:prSet presAssocID="{C6AEC061-08A5-4063-8990-3D138DAC2B71}" presName="hierChild5" presStyleCnt="0"/>
      <dgm:spPr/>
    </dgm:pt>
    <dgm:pt modelId="{D14D702D-3B1E-438F-821B-F36A4A310C19}" type="pres">
      <dgm:prSet presAssocID="{4DA5DE10-AF41-4E95-801A-F410C6ADEC5A}" presName="Name37" presStyleLbl="parChTrans1D2" presStyleIdx="1" presStyleCnt="4"/>
      <dgm:spPr/>
    </dgm:pt>
    <dgm:pt modelId="{2CA9C4E0-C4B9-4CA4-9C40-1EB95DB8B899}" type="pres">
      <dgm:prSet presAssocID="{EAE05BB6-22E7-4B22-9EE0-E1872CAF17BD}" presName="hierRoot2" presStyleCnt="0">
        <dgm:presLayoutVars>
          <dgm:hierBranch val="init"/>
        </dgm:presLayoutVars>
      </dgm:prSet>
      <dgm:spPr/>
    </dgm:pt>
    <dgm:pt modelId="{ED59FAB0-09A5-44D1-8783-F540F560C7C9}" type="pres">
      <dgm:prSet presAssocID="{EAE05BB6-22E7-4B22-9EE0-E1872CAF17BD}" presName="rootComposite" presStyleCnt="0"/>
      <dgm:spPr/>
    </dgm:pt>
    <dgm:pt modelId="{7C80F0E3-CB69-43DC-BF42-502630F50A6C}" type="pres">
      <dgm:prSet presAssocID="{EAE05BB6-22E7-4B22-9EE0-E1872CAF17BD}" presName="rootText" presStyleLbl="node2" presStyleIdx="1" presStyleCnt="3">
        <dgm:presLayoutVars>
          <dgm:chPref val="3"/>
        </dgm:presLayoutVars>
      </dgm:prSet>
      <dgm:spPr/>
    </dgm:pt>
    <dgm:pt modelId="{94DF2300-7DDE-4BB1-88A0-5582FC8F9117}" type="pres">
      <dgm:prSet presAssocID="{EAE05BB6-22E7-4B22-9EE0-E1872CAF17BD}" presName="rootConnector" presStyleLbl="node2" presStyleIdx="1" presStyleCnt="3"/>
      <dgm:spPr/>
    </dgm:pt>
    <dgm:pt modelId="{A04CF18D-9200-4556-8C31-74B1B48BA639}" type="pres">
      <dgm:prSet presAssocID="{EAE05BB6-22E7-4B22-9EE0-E1872CAF17BD}" presName="hierChild4" presStyleCnt="0"/>
      <dgm:spPr/>
    </dgm:pt>
    <dgm:pt modelId="{157B0DBE-3327-4CEC-880D-61D194340FE5}" type="pres">
      <dgm:prSet presAssocID="{EAE05BB6-22E7-4B22-9EE0-E1872CAF17BD}" presName="hierChild5" presStyleCnt="0"/>
      <dgm:spPr/>
    </dgm:pt>
    <dgm:pt modelId="{44D6AF25-F170-494C-9768-93208BDF43F7}" type="pres">
      <dgm:prSet presAssocID="{87F0A37D-EA83-435F-9153-482D1CFB21F3}" presName="Name37" presStyleLbl="parChTrans1D2" presStyleIdx="2" presStyleCnt="4"/>
      <dgm:spPr/>
    </dgm:pt>
    <dgm:pt modelId="{933185DA-307E-4DF7-A3A6-0138D49A923B}" type="pres">
      <dgm:prSet presAssocID="{5EE06D04-ECBF-43FE-8C2D-AD503436F769}" presName="hierRoot2" presStyleCnt="0">
        <dgm:presLayoutVars>
          <dgm:hierBranch val="init"/>
        </dgm:presLayoutVars>
      </dgm:prSet>
      <dgm:spPr/>
    </dgm:pt>
    <dgm:pt modelId="{81DB72DB-4073-49B7-BF5C-647FA0213D84}" type="pres">
      <dgm:prSet presAssocID="{5EE06D04-ECBF-43FE-8C2D-AD503436F769}" presName="rootComposite" presStyleCnt="0"/>
      <dgm:spPr/>
    </dgm:pt>
    <dgm:pt modelId="{2AA2BBEB-588B-4B4A-9003-1E6166FEA27B}" type="pres">
      <dgm:prSet presAssocID="{5EE06D04-ECBF-43FE-8C2D-AD503436F769}" presName="rootText" presStyleLbl="node2" presStyleIdx="2" presStyleCnt="3">
        <dgm:presLayoutVars>
          <dgm:chPref val="3"/>
        </dgm:presLayoutVars>
      </dgm:prSet>
      <dgm:spPr/>
    </dgm:pt>
    <dgm:pt modelId="{80055234-899A-475D-9A15-7668577688D4}" type="pres">
      <dgm:prSet presAssocID="{5EE06D04-ECBF-43FE-8C2D-AD503436F769}" presName="rootConnector" presStyleLbl="node2" presStyleIdx="2" presStyleCnt="3"/>
      <dgm:spPr/>
    </dgm:pt>
    <dgm:pt modelId="{3D56DCE2-5964-4B71-835C-354D85C185DA}" type="pres">
      <dgm:prSet presAssocID="{5EE06D04-ECBF-43FE-8C2D-AD503436F769}" presName="hierChild4" presStyleCnt="0"/>
      <dgm:spPr/>
    </dgm:pt>
    <dgm:pt modelId="{36377DB7-6A8E-4E67-BC4A-117F5980E4D2}" type="pres">
      <dgm:prSet presAssocID="{5EE06D04-ECBF-43FE-8C2D-AD503436F769}" presName="hierChild5" presStyleCnt="0"/>
      <dgm:spPr/>
    </dgm:pt>
    <dgm:pt modelId="{FC277AA2-A982-4EC0-B740-D4862BDA2E39}" type="pres">
      <dgm:prSet presAssocID="{E5AD8CC8-75ED-4F3D-8F57-96E70A9E31CA}" presName="hierChild3" presStyleCnt="0"/>
      <dgm:spPr/>
    </dgm:pt>
    <dgm:pt modelId="{57D6F042-A357-40AA-9D0E-0D5854BE9BB0}" type="pres">
      <dgm:prSet presAssocID="{70938B43-83D6-4E44-9C2B-2D7098730B31}" presName="Name111" presStyleLbl="parChTrans1D2" presStyleIdx="3" presStyleCnt="4"/>
      <dgm:spPr/>
    </dgm:pt>
    <dgm:pt modelId="{551884FA-B9A5-4A7B-BB82-822914DDADFF}" type="pres">
      <dgm:prSet presAssocID="{A8A35BA7-9FCF-4516-89D4-679783D6A5F2}" presName="hierRoot3" presStyleCnt="0">
        <dgm:presLayoutVars>
          <dgm:hierBranch val="init"/>
        </dgm:presLayoutVars>
      </dgm:prSet>
      <dgm:spPr/>
    </dgm:pt>
    <dgm:pt modelId="{5CF02F4A-7EBD-451D-A11F-AF92FA8F2928}" type="pres">
      <dgm:prSet presAssocID="{A8A35BA7-9FCF-4516-89D4-679783D6A5F2}" presName="rootComposite3" presStyleCnt="0"/>
      <dgm:spPr/>
    </dgm:pt>
    <dgm:pt modelId="{354D164F-236F-4B90-B7CF-1F216C9AC7B7}" type="pres">
      <dgm:prSet presAssocID="{A8A35BA7-9FCF-4516-89D4-679783D6A5F2}" presName="rootText3" presStyleLbl="asst1" presStyleIdx="0" presStyleCnt="1">
        <dgm:presLayoutVars>
          <dgm:chPref val="3"/>
        </dgm:presLayoutVars>
      </dgm:prSet>
      <dgm:spPr/>
    </dgm:pt>
    <dgm:pt modelId="{0FB3CB9A-EA2B-44FF-9833-5FB0AEF08C0A}" type="pres">
      <dgm:prSet presAssocID="{A8A35BA7-9FCF-4516-89D4-679783D6A5F2}" presName="rootConnector3" presStyleLbl="asst1" presStyleIdx="0" presStyleCnt="1"/>
      <dgm:spPr/>
    </dgm:pt>
    <dgm:pt modelId="{05E5BDCD-C8D1-4D40-970C-9C390DD59B51}" type="pres">
      <dgm:prSet presAssocID="{A8A35BA7-9FCF-4516-89D4-679783D6A5F2}" presName="hierChild6" presStyleCnt="0"/>
      <dgm:spPr/>
    </dgm:pt>
    <dgm:pt modelId="{15B4C250-D7ED-4B1D-8459-A82996000864}" type="pres">
      <dgm:prSet presAssocID="{A8A35BA7-9FCF-4516-89D4-679783D6A5F2}" presName="hierChild7" presStyleCnt="0"/>
      <dgm:spPr/>
    </dgm:pt>
  </dgm:ptLst>
  <dgm:cxnLst>
    <dgm:cxn modelId="{19358421-1C3E-49F5-A5B3-3A418EA25831}" type="presOf" srcId="{E5AD8CC8-75ED-4F3D-8F57-96E70A9E31CA}" destId="{F7DD97E6-58ED-4DF7-9E54-ECD439F5B200}" srcOrd="0" destOrd="0" presId="urn:microsoft.com/office/officeart/2005/8/layout/orgChart1"/>
    <dgm:cxn modelId="{3A8FA639-757B-47D9-A417-571EC13422FE}" srcId="{E5AD8CC8-75ED-4F3D-8F57-96E70A9E31CA}" destId="{EAE05BB6-22E7-4B22-9EE0-E1872CAF17BD}" srcOrd="2" destOrd="0" parTransId="{4DA5DE10-AF41-4E95-801A-F410C6ADEC5A}" sibTransId="{B67549F0-6CD8-4AF5-9BDA-B7411421EC0D}"/>
    <dgm:cxn modelId="{8EAC575F-0032-4FD9-9E6C-1C514CA33648}" type="presOf" srcId="{EAE05BB6-22E7-4B22-9EE0-E1872CAF17BD}" destId="{7C80F0E3-CB69-43DC-BF42-502630F50A6C}" srcOrd="0" destOrd="0" presId="urn:microsoft.com/office/officeart/2005/8/layout/orgChart1"/>
    <dgm:cxn modelId="{DF294161-DE02-4A9D-AB9F-0E209C7DE26F}" srcId="{EC88A6FD-4C89-4C99-9195-CAD6BF048FB5}" destId="{E5AD8CC8-75ED-4F3D-8F57-96E70A9E31CA}" srcOrd="0" destOrd="0" parTransId="{DCD6FAC4-027B-4567-BD30-65E8393F67D0}" sibTransId="{9D9872C8-4DC9-4F5B-9500-CFA26910A8C1}"/>
    <dgm:cxn modelId="{D666D667-E272-43F8-B23F-94DE9C3FAD61}" type="presOf" srcId="{E5AD8CC8-75ED-4F3D-8F57-96E70A9E31CA}" destId="{C1AD7F67-9CE3-4D5D-B005-420C5CA69CCE}" srcOrd="1" destOrd="0" presId="urn:microsoft.com/office/officeart/2005/8/layout/orgChart1"/>
    <dgm:cxn modelId="{DECBB34C-7924-441B-8652-FC0879370EE9}" type="presOf" srcId="{EB048960-5E94-42D3-8D34-60A11CAFE76B}" destId="{BFAF2BE2-67CC-4CCF-BDF7-4E3F1FBBBD64}" srcOrd="0" destOrd="0" presId="urn:microsoft.com/office/officeart/2005/8/layout/orgChart1"/>
    <dgm:cxn modelId="{B1C1454D-A80A-4D90-82DE-06A8EC00FE05}" type="presOf" srcId="{5EE06D04-ECBF-43FE-8C2D-AD503436F769}" destId="{2AA2BBEB-588B-4B4A-9003-1E6166FEA27B}" srcOrd="0" destOrd="0" presId="urn:microsoft.com/office/officeart/2005/8/layout/orgChart1"/>
    <dgm:cxn modelId="{BD5E2354-EAB8-480B-81B0-5AE8A24FF482}" type="presOf" srcId="{C6AEC061-08A5-4063-8990-3D138DAC2B71}" destId="{7003731E-C848-4A2D-B835-D27EA2B72804}" srcOrd="0" destOrd="0" presId="urn:microsoft.com/office/officeart/2005/8/layout/orgChart1"/>
    <dgm:cxn modelId="{4E4E5B55-B0C8-451F-8CEC-569E5D04277F}" srcId="{E5AD8CC8-75ED-4F3D-8F57-96E70A9E31CA}" destId="{C6AEC061-08A5-4063-8990-3D138DAC2B71}" srcOrd="1" destOrd="0" parTransId="{EB048960-5E94-42D3-8D34-60A11CAFE76B}" sibTransId="{AAF535E8-3EAD-415D-AB66-70E2A1D46215}"/>
    <dgm:cxn modelId="{B6D37B79-8362-422C-BA86-E7BF9573B3BB}" type="presOf" srcId="{70938B43-83D6-4E44-9C2B-2D7098730B31}" destId="{57D6F042-A357-40AA-9D0E-0D5854BE9BB0}" srcOrd="0" destOrd="0" presId="urn:microsoft.com/office/officeart/2005/8/layout/orgChart1"/>
    <dgm:cxn modelId="{40234A94-4B10-48F3-A743-1FF32E89CDD9}" type="presOf" srcId="{4DA5DE10-AF41-4E95-801A-F410C6ADEC5A}" destId="{D14D702D-3B1E-438F-821B-F36A4A310C19}" srcOrd="0" destOrd="0" presId="urn:microsoft.com/office/officeart/2005/8/layout/orgChart1"/>
    <dgm:cxn modelId="{F02C249E-5DB1-4DB4-907D-D0E6286AE708}" type="presOf" srcId="{A8A35BA7-9FCF-4516-89D4-679783D6A5F2}" destId="{0FB3CB9A-EA2B-44FF-9833-5FB0AEF08C0A}" srcOrd="1" destOrd="0" presId="urn:microsoft.com/office/officeart/2005/8/layout/orgChart1"/>
    <dgm:cxn modelId="{118807A4-315A-4F6C-84DD-838AD6648421}" type="presOf" srcId="{EAE05BB6-22E7-4B22-9EE0-E1872CAF17BD}" destId="{94DF2300-7DDE-4BB1-88A0-5582FC8F9117}" srcOrd="1" destOrd="0" presId="urn:microsoft.com/office/officeart/2005/8/layout/orgChart1"/>
    <dgm:cxn modelId="{B77CBDAD-F2B1-468F-8FEC-4B5C91A020BB}" type="presOf" srcId="{87F0A37D-EA83-435F-9153-482D1CFB21F3}" destId="{44D6AF25-F170-494C-9768-93208BDF43F7}" srcOrd="0" destOrd="0" presId="urn:microsoft.com/office/officeart/2005/8/layout/orgChart1"/>
    <dgm:cxn modelId="{44A22EB4-4F7A-4BF0-BF4D-9B756F6B27CD}" srcId="{E5AD8CC8-75ED-4F3D-8F57-96E70A9E31CA}" destId="{A8A35BA7-9FCF-4516-89D4-679783D6A5F2}" srcOrd="0" destOrd="0" parTransId="{70938B43-83D6-4E44-9C2B-2D7098730B31}" sibTransId="{67547B92-1756-442A-908E-4C0456013C76}"/>
    <dgm:cxn modelId="{7A29BAB5-9783-4B6F-8674-8DA22B53CC24}" type="presOf" srcId="{EC88A6FD-4C89-4C99-9195-CAD6BF048FB5}" destId="{6AF0EBC0-F7B3-469B-9BAC-2C99684B22CE}" srcOrd="0" destOrd="0" presId="urn:microsoft.com/office/officeart/2005/8/layout/orgChart1"/>
    <dgm:cxn modelId="{BD77AFC0-562A-400C-AE6B-78527AD0F76C}" type="presOf" srcId="{5EE06D04-ECBF-43FE-8C2D-AD503436F769}" destId="{80055234-899A-475D-9A15-7668577688D4}" srcOrd="1" destOrd="0" presId="urn:microsoft.com/office/officeart/2005/8/layout/orgChart1"/>
    <dgm:cxn modelId="{29E89FCF-E6B5-47B3-AA65-7C3C44CBC3CA}" type="presOf" srcId="{C6AEC061-08A5-4063-8990-3D138DAC2B71}" destId="{1DE977D1-38A7-4216-8326-8FED71ABB685}" srcOrd="1" destOrd="0" presId="urn:microsoft.com/office/officeart/2005/8/layout/orgChart1"/>
    <dgm:cxn modelId="{D3E576E2-3597-4548-B982-FB8A7212E245}" type="presOf" srcId="{A8A35BA7-9FCF-4516-89D4-679783D6A5F2}" destId="{354D164F-236F-4B90-B7CF-1F216C9AC7B7}" srcOrd="0" destOrd="0" presId="urn:microsoft.com/office/officeart/2005/8/layout/orgChart1"/>
    <dgm:cxn modelId="{2C78D7EE-A36E-4EB0-A656-475A4450E237}" srcId="{E5AD8CC8-75ED-4F3D-8F57-96E70A9E31CA}" destId="{5EE06D04-ECBF-43FE-8C2D-AD503436F769}" srcOrd="3" destOrd="0" parTransId="{87F0A37D-EA83-435F-9153-482D1CFB21F3}" sibTransId="{7BBD3101-14BB-4228-AA9B-33A868E2794D}"/>
    <dgm:cxn modelId="{715F883C-AFD9-4E0B-B06A-C327C4E2E548}" type="presParOf" srcId="{6AF0EBC0-F7B3-469B-9BAC-2C99684B22CE}" destId="{C2732494-DD2E-43E4-8C98-565CC75DB158}" srcOrd="0" destOrd="0" presId="urn:microsoft.com/office/officeart/2005/8/layout/orgChart1"/>
    <dgm:cxn modelId="{9F99F950-0767-474D-8709-2644DF3CE5CD}" type="presParOf" srcId="{C2732494-DD2E-43E4-8C98-565CC75DB158}" destId="{11F363D0-C463-4B45-B5B2-D2EFC6BDF8D3}" srcOrd="0" destOrd="0" presId="urn:microsoft.com/office/officeart/2005/8/layout/orgChart1"/>
    <dgm:cxn modelId="{6A5351B8-36E0-46B5-83F2-7EAB53A0ED3E}" type="presParOf" srcId="{11F363D0-C463-4B45-B5B2-D2EFC6BDF8D3}" destId="{F7DD97E6-58ED-4DF7-9E54-ECD439F5B200}" srcOrd="0" destOrd="0" presId="urn:microsoft.com/office/officeart/2005/8/layout/orgChart1"/>
    <dgm:cxn modelId="{8208B223-DC81-47FD-8305-15705B8EFD36}" type="presParOf" srcId="{11F363D0-C463-4B45-B5B2-D2EFC6BDF8D3}" destId="{C1AD7F67-9CE3-4D5D-B005-420C5CA69CCE}" srcOrd="1" destOrd="0" presId="urn:microsoft.com/office/officeart/2005/8/layout/orgChart1"/>
    <dgm:cxn modelId="{BD2A5A0A-538C-489F-9752-F508F2A0F17C}" type="presParOf" srcId="{C2732494-DD2E-43E4-8C98-565CC75DB158}" destId="{B544B9BC-BFDC-4E36-9599-81139FD4FA2D}" srcOrd="1" destOrd="0" presId="urn:microsoft.com/office/officeart/2005/8/layout/orgChart1"/>
    <dgm:cxn modelId="{FBF0E7C4-6882-40F3-8DAB-616DC0996E07}" type="presParOf" srcId="{B544B9BC-BFDC-4E36-9599-81139FD4FA2D}" destId="{BFAF2BE2-67CC-4CCF-BDF7-4E3F1FBBBD64}" srcOrd="0" destOrd="0" presId="urn:microsoft.com/office/officeart/2005/8/layout/orgChart1"/>
    <dgm:cxn modelId="{B35265A2-7D46-4710-A4B4-84E2273FCD5D}" type="presParOf" srcId="{B544B9BC-BFDC-4E36-9599-81139FD4FA2D}" destId="{2CF97E83-9B28-475E-9D45-1C99F9F90AB7}" srcOrd="1" destOrd="0" presId="urn:microsoft.com/office/officeart/2005/8/layout/orgChart1"/>
    <dgm:cxn modelId="{D0F4978C-3B88-4074-A6FB-F48965E070D1}" type="presParOf" srcId="{2CF97E83-9B28-475E-9D45-1C99F9F90AB7}" destId="{E91612EE-C589-4890-ABA9-9B0CBF088389}" srcOrd="0" destOrd="0" presId="urn:microsoft.com/office/officeart/2005/8/layout/orgChart1"/>
    <dgm:cxn modelId="{751F116A-C13C-4290-9312-A63AE3A3ED8A}" type="presParOf" srcId="{E91612EE-C589-4890-ABA9-9B0CBF088389}" destId="{7003731E-C848-4A2D-B835-D27EA2B72804}" srcOrd="0" destOrd="0" presId="urn:microsoft.com/office/officeart/2005/8/layout/orgChart1"/>
    <dgm:cxn modelId="{3AFC8AC5-140C-4747-91D1-EA0D7AC9F45D}" type="presParOf" srcId="{E91612EE-C589-4890-ABA9-9B0CBF088389}" destId="{1DE977D1-38A7-4216-8326-8FED71ABB685}" srcOrd="1" destOrd="0" presId="urn:microsoft.com/office/officeart/2005/8/layout/orgChart1"/>
    <dgm:cxn modelId="{F700470F-E1A4-4F06-845A-B2D120576AE1}" type="presParOf" srcId="{2CF97E83-9B28-475E-9D45-1C99F9F90AB7}" destId="{8C2C164D-B555-4E93-9780-FE27586D1D8B}" srcOrd="1" destOrd="0" presId="urn:microsoft.com/office/officeart/2005/8/layout/orgChart1"/>
    <dgm:cxn modelId="{6126C44D-9B5C-4AC7-B0A1-A47B2E54F56A}" type="presParOf" srcId="{2CF97E83-9B28-475E-9D45-1C99F9F90AB7}" destId="{91D9C516-1197-4245-9AB3-9D92BC164154}" srcOrd="2" destOrd="0" presId="urn:microsoft.com/office/officeart/2005/8/layout/orgChart1"/>
    <dgm:cxn modelId="{5B0C5768-736A-4B0F-A00C-B71E0E7A792F}" type="presParOf" srcId="{B544B9BC-BFDC-4E36-9599-81139FD4FA2D}" destId="{D14D702D-3B1E-438F-821B-F36A4A310C19}" srcOrd="2" destOrd="0" presId="urn:microsoft.com/office/officeart/2005/8/layout/orgChart1"/>
    <dgm:cxn modelId="{716AFD23-AE58-4E83-8F63-ECD2205348B8}" type="presParOf" srcId="{B544B9BC-BFDC-4E36-9599-81139FD4FA2D}" destId="{2CA9C4E0-C4B9-4CA4-9C40-1EB95DB8B899}" srcOrd="3" destOrd="0" presId="urn:microsoft.com/office/officeart/2005/8/layout/orgChart1"/>
    <dgm:cxn modelId="{029D6F25-6633-4B0F-B2F7-F21598F386CF}" type="presParOf" srcId="{2CA9C4E0-C4B9-4CA4-9C40-1EB95DB8B899}" destId="{ED59FAB0-09A5-44D1-8783-F540F560C7C9}" srcOrd="0" destOrd="0" presId="urn:microsoft.com/office/officeart/2005/8/layout/orgChart1"/>
    <dgm:cxn modelId="{322222AC-98A6-4908-B118-B08DA6C62085}" type="presParOf" srcId="{ED59FAB0-09A5-44D1-8783-F540F560C7C9}" destId="{7C80F0E3-CB69-43DC-BF42-502630F50A6C}" srcOrd="0" destOrd="0" presId="urn:microsoft.com/office/officeart/2005/8/layout/orgChart1"/>
    <dgm:cxn modelId="{BB83D9BB-AB9F-490C-8227-C7CB04A553DF}" type="presParOf" srcId="{ED59FAB0-09A5-44D1-8783-F540F560C7C9}" destId="{94DF2300-7DDE-4BB1-88A0-5582FC8F9117}" srcOrd="1" destOrd="0" presId="urn:microsoft.com/office/officeart/2005/8/layout/orgChart1"/>
    <dgm:cxn modelId="{EEC9F8AE-F182-4955-81B0-C04027D67DB2}" type="presParOf" srcId="{2CA9C4E0-C4B9-4CA4-9C40-1EB95DB8B899}" destId="{A04CF18D-9200-4556-8C31-74B1B48BA639}" srcOrd="1" destOrd="0" presId="urn:microsoft.com/office/officeart/2005/8/layout/orgChart1"/>
    <dgm:cxn modelId="{CC9B6600-B67E-49BA-8941-1980EF50206F}" type="presParOf" srcId="{2CA9C4E0-C4B9-4CA4-9C40-1EB95DB8B899}" destId="{157B0DBE-3327-4CEC-880D-61D194340FE5}" srcOrd="2" destOrd="0" presId="urn:microsoft.com/office/officeart/2005/8/layout/orgChart1"/>
    <dgm:cxn modelId="{38E0BDD0-09AE-4336-93E6-6673547E4740}" type="presParOf" srcId="{B544B9BC-BFDC-4E36-9599-81139FD4FA2D}" destId="{44D6AF25-F170-494C-9768-93208BDF43F7}" srcOrd="4" destOrd="0" presId="urn:microsoft.com/office/officeart/2005/8/layout/orgChart1"/>
    <dgm:cxn modelId="{E9C7FD7E-E120-4C46-8781-B57DFBB50460}" type="presParOf" srcId="{B544B9BC-BFDC-4E36-9599-81139FD4FA2D}" destId="{933185DA-307E-4DF7-A3A6-0138D49A923B}" srcOrd="5" destOrd="0" presId="urn:microsoft.com/office/officeart/2005/8/layout/orgChart1"/>
    <dgm:cxn modelId="{4FC26A36-AF35-4A48-8B77-F8C8B67755F3}" type="presParOf" srcId="{933185DA-307E-4DF7-A3A6-0138D49A923B}" destId="{81DB72DB-4073-49B7-BF5C-647FA0213D84}" srcOrd="0" destOrd="0" presId="urn:microsoft.com/office/officeart/2005/8/layout/orgChart1"/>
    <dgm:cxn modelId="{429EFCAD-DDCA-43F8-9FD0-BFAEE8290B00}" type="presParOf" srcId="{81DB72DB-4073-49B7-BF5C-647FA0213D84}" destId="{2AA2BBEB-588B-4B4A-9003-1E6166FEA27B}" srcOrd="0" destOrd="0" presId="urn:microsoft.com/office/officeart/2005/8/layout/orgChart1"/>
    <dgm:cxn modelId="{50B29620-27AA-46D1-A544-3E42E303406F}" type="presParOf" srcId="{81DB72DB-4073-49B7-BF5C-647FA0213D84}" destId="{80055234-899A-475D-9A15-7668577688D4}" srcOrd="1" destOrd="0" presId="urn:microsoft.com/office/officeart/2005/8/layout/orgChart1"/>
    <dgm:cxn modelId="{00A1043D-3727-4DDD-BA99-8DEABDB0E80A}" type="presParOf" srcId="{933185DA-307E-4DF7-A3A6-0138D49A923B}" destId="{3D56DCE2-5964-4B71-835C-354D85C185DA}" srcOrd="1" destOrd="0" presId="urn:microsoft.com/office/officeart/2005/8/layout/orgChart1"/>
    <dgm:cxn modelId="{E04CF0AF-7ED8-4C8E-A0E7-5CC5950D98EC}" type="presParOf" srcId="{933185DA-307E-4DF7-A3A6-0138D49A923B}" destId="{36377DB7-6A8E-4E67-BC4A-117F5980E4D2}" srcOrd="2" destOrd="0" presId="urn:microsoft.com/office/officeart/2005/8/layout/orgChart1"/>
    <dgm:cxn modelId="{003D1A6E-46FB-4278-A970-E748DAF0E63A}" type="presParOf" srcId="{C2732494-DD2E-43E4-8C98-565CC75DB158}" destId="{FC277AA2-A982-4EC0-B740-D4862BDA2E39}" srcOrd="2" destOrd="0" presId="urn:microsoft.com/office/officeart/2005/8/layout/orgChart1"/>
    <dgm:cxn modelId="{3EBDB1F2-C020-41FC-97FD-132631CD066C}" type="presParOf" srcId="{FC277AA2-A982-4EC0-B740-D4862BDA2E39}" destId="{57D6F042-A357-40AA-9D0E-0D5854BE9BB0}" srcOrd="0" destOrd="0" presId="urn:microsoft.com/office/officeart/2005/8/layout/orgChart1"/>
    <dgm:cxn modelId="{9C5EA492-9A2B-4F16-92AD-6A0800B479DD}" type="presParOf" srcId="{FC277AA2-A982-4EC0-B740-D4862BDA2E39}" destId="{551884FA-B9A5-4A7B-BB82-822914DDADFF}" srcOrd="1" destOrd="0" presId="urn:microsoft.com/office/officeart/2005/8/layout/orgChart1"/>
    <dgm:cxn modelId="{0D1372E7-D334-4E5F-9140-CBA59F586D52}" type="presParOf" srcId="{551884FA-B9A5-4A7B-BB82-822914DDADFF}" destId="{5CF02F4A-7EBD-451D-A11F-AF92FA8F2928}" srcOrd="0" destOrd="0" presId="urn:microsoft.com/office/officeart/2005/8/layout/orgChart1"/>
    <dgm:cxn modelId="{BE2DC915-3A13-4050-ADD8-15AE69FD59A5}" type="presParOf" srcId="{5CF02F4A-7EBD-451D-A11F-AF92FA8F2928}" destId="{354D164F-236F-4B90-B7CF-1F216C9AC7B7}" srcOrd="0" destOrd="0" presId="urn:microsoft.com/office/officeart/2005/8/layout/orgChart1"/>
    <dgm:cxn modelId="{F20B4E34-C253-430D-A4AD-45D6637A082B}" type="presParOf" srcId="{5CF02F4A-7EBD-451D-A11F-AF92FA8F2928}" destId="{0FB3CB9A-EA2B-44FF-9833-5FB0AEF08C0A}" srcOrd="1" destOrd="0" presId="urn:microsoft.com/office/officeart/2005/8/layout/orgChart1"/>
    <dgm:cxn modelId="{2AEB80AA-715E-4BED-AFFF-BB42E354D1DD}" type="presParOf" srcId="{551884FA-B9A5-4A7B-BB82-822914DDADFF}" destId="{05E5BDCD-C8D1-4D40-970C-9C390DD59B51}" srcOrd="1" destOrd="0" presId="urn:microsoft.com/office/officeart/2005/8/layout/orgChart1"/>
    <dgm:cxn modelId="{C78067E7-637A-456F-93F3-A94247AAE166}" type="presParOf" srcId="{551884FA-B9A5-4A7B-BB82-822914DDADFF}" destId="{15B4C250-D7ED-4B1D-8459-A8299600086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384816-DB49-4B4B-AE7E-274C4F82B3D1}">
      <dsp:nvSpPr>
        <dsp:cNvPr id="0" name=""/>
        <dsp:cNvSpPr/>
      </dsp:nvSpPr>
      <dsp:spPr>
        <a:xfrm>
          <a:off x="1826845" y="1935677"/>
          <a:ext cx="482525" cy="9194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41262" y="0"/>
              </a:lnTo>
              <a:lnTo>
                <a:pt x="241262" y="919446"/>
              </a:lnTo>
              <a:lnTo>
                <a:pt x="482525" y="91944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/>
        </a:p>
      </dsp:txBody>
      <dsp:txXfrm>
        <a:off x="2042148" y="2369441"/>
        <a:ext cx="51918" cy="51918"/>
      </dsp:txXfrm>
    </dsp:sp>
    <dsp:sp modelId="{208F15D9-63D1-41BA-9859-F22E5322829D}">
      <dsp:nvSpPr>
        <dsp:cNvPr id="0" name=""/>
        <dsp:cNvSpPr/>
      </dsp:nvSpPr>
      <dsp:spPr>
        <a:xfrm>
          <a:off x="1826845" y="1889956"/>
          <a:ext cx="4825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2525" y="4572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/>
        </a:p>
      </dsp:txBody>
      <dsp:txXfrm>
        <a:off x="2056045" y="1923613"/>
        <a:ext cx="24126" cy="24126"/>
      </dsp:txXfrm>
    </dsp:sp>
    <dsp:sp modelId="{E8A63959-9CB8-41DB-9DDE-AD8F1DC770B8}">
      <dsp:nvSpPr>
        <dsp:cNvPr id="0" name=""/>
        <dsp:cNvSpPr/>
      </dsp:nvSpPr>
      <dsp:spPr>
        <a:xfrm>
          <a:off x="1826845" y="1016230"/>
          <a:ext cx="482525" cy="919446"/>
        </a:xfrm>
        <a:custGeom>
          <a:avLst/>
          <a:gdLst/>
          <a:ahLst/>
          <a:cxnLst/>
          <a:rect l="0" t="0" r="0" b="0"/>
          <a:pathLst>
            <a:path>
              <a:moveTo>
                <a:pt x="0" y="919446"/>
              </a:moveTo>
              <a:lnTo>
                <a:pt x="241262" y="919446"/>
              </a:lnTo>
              <a:lnTo>
                <a:pt x="241262" y="0"/>
              </a:lnTo>
              <a:lnTo>
                <a:pt x="482525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/>
        </a:p>
      </dsp:txBody>
      <dsp:txXfrm>
        <a:off x="2042148" y="1449994"/>
        <a:ext cx="51918" cy="51918"/>
      </dsp:txXfrm>
    </dsp:sp>
    <dsp:sp modelId="{B2895CD4-B7B2-4485-B3EE-5C6E7EC2D152}">
      <dsp:nvSpPr>
        <dsp:cNvPr id="0" name=""/>
        <dsp:cNvSpPr/>
      </dsp:nvSpPr>
      <dsp:spPr>
        <a:xfrm rot="16200000">
          <a:off x="-476610" y="1567898"/>
          <a:ext cx="3871354" cy="7355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600" kern="1200" dirty="0"/>
            <a:t>Que es DBMS</a:t>
          </a:r>
        </a:p>
      </dsp:txBody>
      <dsp:txXfrm>
        <a:off x="-476610" y="1567898"/>
        <a:ext cx="3871354" cy="735557"/>
      </dsp:txXfrm>
    </dsp:sp>
    <dsp:sp modelId="{5B049069-E29A-4F42-A54C-2345D31CA14C}">
      <dsp:nvSpPr>
        <dsp:cNvPr id="0" name=""/>
        <dsp:cNvSpPr/>
      </dsp:nvSpPr>
      <dsp:spPr>
        <a:xfrm>
          <a:off x="2309371" y="648451"/>
          <a:ext cx="2412627" cy="7355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 dirty="0"/>
            <a:t>Data Management </a:t>
          </a:r>
          <a:r>
            <a:rPr lang="es-ES" sz="1300" kern="1200" dirty="0" err="1"/>
            <a:t>system</a:t>
          </a:r>
          <a:endParaRPr lang="es-ES" sz="1300" kern="1200" dirty="0"/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 dirty="0"/>
            <a:t>Administrador de sistemas de datos</a:t>
          </a:r>
        </a:p>
      </dsp:txBody>
      <dsp:txXfrm>
        <a:off x="2309371" y="648451"/>
        <a:ext cx="2412627" cy="735557"/>
      </dsp:txXfrm>
    </dsp:sp>
    <dsp:sp modelId="{7872EE1D-D45E-4372-9029-D499DE458291}">
      <dsp:nvSpPr>
        <dsp:cNvPr id="0" name=""/>
        <dsp:cNvSpPr/>
      </dsp:nvSpPr>
      <dsp:spPr>
        <a:xfrm>
          <a:off x="2309371" y="1567898"/>
          <a:ext cx="2412627" cy="7355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 dirty="0"/>
            <a:t>Conjunto de programas, procedimientos y lenguajes interrelacionados con el fin de realizar manipulación de datos</a:t>
          </a:r>
        </a:p>
      </dsp:txBody>
      <dsp:txXfrm>
        <a:off x="2309371" y="1567898"/>
        <a:ext cx="2412627" cy="735557"/>
      </dsp:txXfrm>
    </dsp:sp>
    <dsp:sp modelId="{C9B52F3F-93B7-493F-9625-B0099C69B9C4}">
      <dsp:nvSpPr>
        <dsp:cNvPr id="0" name=""/>
        <dsp:cNvSpPr/>
      </dsp:nvSpPr>
      <dsp:spPr>
        <a:xfrm>
          <a:off x="2309371" y="2487344"/>
          <a:ext cx="2412627" cy="7355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 dirty="0"/>
            <a:t>Proporcionado integridad Confidencialidad y seguridad </a:t>
          </a:r>
        </a:p>
      </dsp:txBody>
      <dsp:txXfrm>
        <a:off x="2309371" y="2487344"/>
        <a:ext cx="2412627" cy="7355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48696E-65A9-456A-84BD-ABAC28C41DF9}">
      <dsp:nvSpPr>
        <dsp:cNvPr id="0" name=""/>
        <dsp:cNvSpPr/>
      </dsp:nvSpPr>
      <dsp:spPr>
        <a:xfrm>
          <a:off x="1916000" y="1813401"/>
          <a:ext cx="102243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137008"/>
              </a:moveTo>
              <a:lnTo>
                <a:pt x="1022433" y="137008"/>
              </a:lnTo>
              <a:lnTo>
                <a:pt x="1022433" y="45720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7D9B7E-6C8A-4D36-89AB-7474355A488A}">
      <dsp:nvSpPr>
        <dsp:cNvPr id="0" name=""/>
        <dsp:cNvSpPr/>
      </dsp:nvSpPr>
      <dsp:spPr>
        <a:xfrm>
          <a:off x="5421486" y="3677592"/>
          <a:ext cx="292123" cy="3140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6061" y="0"/>
              </a:lnTo>
              <a:lnTo>
                <a:pt x="146061" y="314033"/>
              </a:lnTo>
              <a:lnTo>
                <a:pt x="292123" y="314033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3EBB1E-E729-4414-93FE-7D89638C5B5C}">
      <dsp:nvSpPr>
        <dsp:cNvPr id="0" name=""/>
        <dsp:cNvSpPr/>
      </dsp:nvSpPr>
      <dsp:spPr>
        <a:xfrm>
          <a:off x="5421486" y="3363559"/>
          <a:ext cx="292123" cy="314033"/>
        </a:xfrm>
        <a:custGeom>
          <a:avLst/>
          <a:gdLst/>
          <a:ahLst/>
          <a:cxnLst/>
          <a:rect l="0" t="0" r="0" b="0"/>
          <a:pathLst>
            <a:path>
              <a:moveTo>
                <a:pt x="0" y="314033"/>
              </a:moveTo>
              <a:lnTo>
                <a:pt x="146061" y="314033"/>
              </a:lnTo>
              <a:lnTo>
                <a:pt x="146061" y="0"/>
              </a:lnTo>
              <a:lnTo>
                <a:pt x="292123" y="0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F34E17-B7FF-41AF-BDC3-A5258314158D}">
      <dsp:nvSpPr>
        <dsp:cNvPr id="0" name=""/>
        <dsp:cNvSpPr/>
      </dsp:nvSpPr>
      <dsp:spPr>
        <a:xfrm>
          <a:off x="1916000" y="1950410"/>
          <a:ext cx="2044866" cy="17271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898805" y="0"/>
              </a:lnTo>
              <a:lnTo>
                <a:pt x="1898805" y="1727182"/>
              </a:lnTo>
              <a:lnTo>
                <a:pt x="2044866" y="172718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D768C4-9C7E-45B4-9899-F788E9BCB0C1}">
      <dsp:nvSpPr>
        <dsp:cNvPr id="0" name=""/>
        <dsp:cNvSpPr/>
      </dsp:nvSpPr>
      <dsp:spPr>
        <a:xfrm>
          <a:off x="5421486" y="2689773"/>
          <a:ext cx="2921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123" y="45720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B07D2A-4BCD-48A2-923D-811B7BEA6A2D}">
      <dsp:nvSpPr>
        <dsp:cNvPr id="0" name=""/>
        <dsp:cNvSpPr/>
      </dsp:nvSpPr>
      <dsp:spPr>
        <a:xfrm>
          <a:off x="1916000" y="1950410"/>
          <a:ext cx="2044866" cy="7850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898805" y="0"/>
              </a:lnTo>
              <a:lnTo>
                <a:pt x="1898805" y="785082"/>
              </a:lnTo>
              <a:lnTo>
                <a:pt x="2044866" y="78508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624C2A-BC64-49A8-B846-ED0E9B8A176F}">
      <dsp:nvSpPr>
        <dsp:cNvPr id="0" name=""/>
        <dsp:cNvSpPr/>
      </dsp:nvSpPr>
      <dsp:spPr>
        <a:xfrm>
          <a:off x="5421486" y="2061707"/>
          <a:ext cx="2921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123" y="45720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93319C-5D14-43BD-A079-5526F9580251}">
      <dsp:nvSpPr>
        <dsp:cNvPr id="0" name=""/>
        <dsp:cNvSpPr/>
      </dsp:nvSpPr>
      <dsp:spPr>
        <a:xfrm>
          <a:off x="1916000" y="1950410"/>
          <a:ext cx="2044866" cy="1570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898805" y="0"/>
              </a:lnTo>
              <a:lnTo>
                <a:pt x="1898805" y="157016"/>
              </a:lnTo>
              <a:lnTo>
                <a:pt x="2044866" y="157016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CC3420-9371-4E14-B601-28D7DAAF80BB}">
      <dsp:nvSpPr>
        <dsp:cNvPr id="0" name=""/>
        <dsp:cNvSpPr/>
      </dsp:nvSpPr>
      <dsp:spPr>
        <a:xfrm>
          <a:off x="5421486" y="1433640"/>
          <a:ext cx="2921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123" y="45720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1804BA-7562-411D-A699-4FC8A2798D14}">
      <dsp:nvSpPr>
        <dsp:cNvPr id="0" name=""/>
        <dsp:cNvSpPr/>
      </dsp:nvSpPr>
      <dsp:spPr>
        <a:xfrm>
          <a:off x="1916000" y="1479360"/>
          <a:ext cx="2044866" cy="471049"/>
        </a:xfrm>
        <a:custGeom>
          <a:avLst/>
          <a:gdLst/>
          <a:ahLst/>
          <a:cxnLst/>
          <a:rect l="0" t="0" r="0" b="0"/>
          <a:pathLst>
            <a:path>
              <a:moveTo>
                <a:pt x="0" y="471049"/>
              </a:moveTo>
              <a:lnTo>
                <a:pt x="1898805" y="471049"/>
              </a:lnTo>
              <a:lnTo>
                <a:pt x="1898805" y="0"/>
              </a:lnTo>
              <a:lnTo>
                <a:pt x="2044866" y="0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FA764E-9DC2-438E-BDA3-42BF3F588CE0}">
      <dsp:nvSpPr>
        <dsp:cNvPr id="0" name=""/>
        <dsp:cNvSpPr/>
      </dsp:nvSpPr>
      <dsp:spPr>
        <a:xfrm>
          <a:off x="5421486" y="805574"/>
          <a:ext cx="2921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123" y="45720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D8B507-0D00-486F-A443-518A29475998}">
      <dsp:nvSpPr>
        <dsp:cNvPr id="0" name=""/>
        <dsp:cNvSpPr/>
      </dsp:nvSpPr>
      <dsp:spPr>
        <a:xfrm>
          <a:off x="1916000" y="851294"/>
          <a:ext cx="2044866" cy="1099115"/>
        </a:xfrm>
        <a:custGeom>
          <a:avLst/>
          <a:gdLst/>
          <a:ahLst/>
          <a:cxnLst/>
          <a:rect l="0" t="0" r="0" b="0"/>
          <a:pathLst>
            <a:path>
              <a:moveTo>
                <a:pt x="0" y="1099115"/>
              </a:moveTo>
              <a:lnTo>
                <a:pt x="1898805" y="1099115"/>
              </a:lnTo>
              <a:lnTo>
                <a:pt x="1898805" y="0"/>
              </a:lnTo>
              <a:lnTo>
                <a:pt x="2044866" y="0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4FDD29-DB29-416A-9184-07E514C25CE2}">
      <dsp:nvSpPr>
        <dsp:cNvPr id="0" name=""/>
        <dsp:cNvSpPr/>
      </dsp:nvSpPr>
      <dsp:spPr>
        <a:xfrm>
          <a:off x="5421486" y="177508"/>
          <a:ext cx="29212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123" y="45720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FE9FE6-B626-4616-93BA-C4DADC697D5F}">
      <dsp:nvSpPr>
        <dsp:cNvPr id="0" name=""/>
        <dsp:cNvSpPr/>
      </dsp:nvSpPr>
      <dsp:spPr>
        <a:xfrm>
          <a:off x="1916000" y="223228"/>
          <a:ext cx="2044866" cy="1727182"/>
        </a:xfrm>
        <a:custGeom>
          <a:avLst/>
          <a:gdLst/>
          <a:ahLst/>
          <a:cxnLst/>
          <a:rect l="0" t="0" r="0" b="0"/>
          <a:pathLst>
            <a:path>
              <a:moveTo>
                <a:pt x="0" y="1727182"/>
              </a:moveTo>
              <a:lnTo>
                <a:pt x="1898805" y="1727182"/>
              </a:lnTo>
              <a:lnTo>
                <a:pt x="1898805" y="0"/>
              </a:lnTo>
              <a:lnTo>
                <a:pt x="2044866" y="0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18C81B-63A2-48D6-A897-E546BF9BB063}">
      <dsp:nvSpPr>
        <dsp:cNvPr id="0" name=""/>
        <dsp:cNvSpPr/>
      </dsp:nvSpPr>
      <dsp:spPr>
        <a:xfrm>
          <a:off x="455380" y="1727665"/>
          <a:ext cx="1460619" cy="4454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>
              <a:solidFill>
                <a:schemeClr val="tx1"/>
              </a:solidFill>
            </a:rPr>
            <a:t>Tipos De datos </a:t>
          </a:r>
        </a:p>
      </dsp:txBody>
      <dsp:txXfrm>
        <a:off x="455380" y="1727665"/>
        <a:ext cx="1460619" cy="445488"/>
      </dsp:txXfrm>
    </dsp:sp>
    <dsp:sp modelId="{A51743B8-111F-4871-B7A5-47C2ED80F609}">
      <dsp:nvSpPr>
        <dsp:cNvPr id="0" name=""/>
        <dsp:cNvSpPr/>
      </dsp:nvSpPr>
      <dsp:spPr>
        <a:xfrm>
          <a:off x="3960867" y="483"/>
          <a:ext cx="1460619" cy="4454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>
              <a:solidFill>
                <a:schemeClr val="tx1"/>
              </a:solidFill>
            </a:rPr>
            <a:t>INT</a:t>
          </a:r>
        </a:p>
      </dsp:txBody>
      <dsp:txXfrm>
        <a:off x="3960867" y="483"/>
        <a:ext cx="1460619" cy="445488"/>
      </dsp:txXfrm>
    </dsp:sp>
    <dsp:sp modelId="{787FD995-F3C0-4F7C-BF0F-B345C1E59A73}">
      <dsp:nvSpPr>
        <dsp:cNvPr id="0" name=""/>
        <dsp:cNvSpPr/>
      </dsp:nvSpPr>
      <dsp:spPr>
        <a:xfrm>
          <a:off x="5713610" y="483"/>
          <a:ext cx="4731851" cy="4454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000" kern="1200" dirty="0">
              <a:solidFill>
                <a:schemeClr val="tx1"/>
              </a:solidFill>
              <a:latin typeface="Arial" panose="020B0604020202020204" pitchFamily="34" charset="0"/>
            </a:rPr>
            <a:t>Número entero con o sin signo. Con signo el rango de valores va desde 2147483648 a 2147483647. Sin signo el rango va desde 0 a 429.4967.295</a:t>
          </a:r>
          <a:r>
            <a:rPr lang="es-ES" sz="1000" kern="1200" dirty="0">
              <a:solidFill>
                <a:schemeClr val="tx1"/>
              </a:solidFill>
            </a:rPr>
            <a:t> </a:t>
          </a:r>
        </a:p>
      </dsp:txBody>
      <dsp:txXfrm>
        <a:off x="5713610" y="483"/>
        <a:ext cx="4731851" cy="445488"/>
      </dsp:txXfrm>
    </dsp:sp>
    <dsp:sp modelId="{5782F6BA-1BB7-4A84-9646-42EC5C143E41}">
      <dsp:nvSpPr>
        <dsp:cNvPr id="0" name=""/>
        <dsp:cNvSpPr/>
      </dsp:nvSpPr>
      <dsp:spPr>
        <a:xfrm>
          <a:off x="3960867" y="628549"/>
          <a:ext cx="1460619" cy="4454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 err="1">
              <a:solidFill>
                <a:schemeClr val="tx1"/>
              </a:solidFill>
            </a:rPr>
            <a:t>Float</a:t>
          </a:r>
          <a:r>
            <a:rPr lang="es-ES" sz="1000" kern="1200" dirty="0">
              <a:solidFill>
                <a:schemeClr val="tx1"/>
              </a:solidFill>
            </a:rPr>
            <a:t> </a:t>
          </a:r>
        </a:p>
      </dsp:txBody>
      <dsp:txXfrm>
        <a:off x="3960867" y="628549"/>
        <a:ext cx="1460619" cy="445488"/>
      </dsp:txXfrm>
    </dsp:sp>
    <dsp:sp modelId="{B23974B1-F2CF-48BA-8DE2-05659D35E1F3}">
      <dsp:nvSpPr>
        <dsp:cNvPr id="0" name=""/>
        <dsp:cNvSpPr/>
      </dsp:nvSpPr>
      <dsp:spPr>
        <a:xfrm>
          <a:off x="5713610" y="628549"/>
          <a:ext cx="4645616" cy="4454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000" kern="1200" dirty="0">
              <a:solidFill>
                <a:schemeClr val="tx1"/>
              </a:solidFill>
              <a:latin typeface="Arial" panose="020B0604020202020204" pitchFamily="34" charset="0"/>
            </a:rPr>
            <a:t>Simple precisión. Número pequeño en coma flotante de precisión simple. Los valores válidos van desde -3.402823466E+38 a -1.175494351E-38, 0 y desde1.175494351E-38 a 3.402823466E+38.</a:t>
          </a:r>
          <a:endParaRPr lang="es-ES" sz="1000" kern="1200" dirty="0">
            <a:solidFill>
              <a:schemeClr val="tx1"/>
            </a:solidFill>
          </a:endParaRPr>
        </a:p>
      </dsp:txBody>
      <dsp:txXfrm>
        <a:off x="5713610" y="628549"/>
        <a:ext cx="4645616" cy="445488"/>
      </dsp:txXfrm>
    </dsp:sp>
    <dsp:sp modelId="{36772D66-D232-4A1F-9459-BA33D3018151}">
      <dsp:nvSpPr>
        <dsp:cNvPr id="0" name=""/>
        <dsp:cNvSpPr/>
      </dsp:nvSpPr>
      <dsp:spPr>
        <a:xfrm>
          <a:off x="3960867" y="1256616"/>
          <a:ext cx="1460619" cy="4454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>
              <a:solidFill>
                <a:schemeClr val="tx1"/>
              </a:solidFill>
            </a:rPr>
            <a:t>VARCHAR</a:t>
          </a:r>
        </a:p>
      </dsp:txBody>
      <dsp:txXfrm>
        <a:off x="3960867" y="1256616"/>
        <a:ext cx="1460619" cy="445488"/>
      </dsp:txXfrm>
    </dsp:sp>
    <dsp:sp modelId="{EAD3DAD6-7CAC-4A42-8CB5-FD5FDB628176}">
      <dsp:nvSpPr>
        <dsp:cNvPr id="0" name=""/>
        <dsp:cNvSpPr/>
      </dsp:nvSpPr>
      <dsp:spPr>
        <a:xfrm>
          <a:off x="5713610" y="1256616"/>
          <a:ext cx="4561572" cy="4454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000" kern="1200" dirty="0">
              <a:solidFill>
                <a:schemeClr val="tx1"/>
              </a:solidFill>
              <a:latin typeface="Arial" panose="020B0604020202020204" pitchFamily="34" charset="0"/>
            </a:rPr>
            <a:t>Longitud+1 bytes. Almacena una cadena de longitud variable. La cadena podrá contener desde 0 a 255 caracteres</a:t>
          </a:r>
          <a:endParaRPr lang="es-ES" sz="1000" kern="1200" dirty="0">
            <a:solidFill>
              <a:schemeClr val="tx1"/>
            </a:solidFill>
          </a:endParaRPr>
        </a:p>
      </dsp:txBody>
      <dsp:txXfrm>
        <a:off x="5713610" y="1256616"/>
        <a:ext cx="4561572" cy="445488"/>
      </dsp:txXfrm>
    </dsp:sp>
    <dsp:sp modelId="{48C075BE-7251-42EF-A79D-B14F4514FDBE}">
      <dsp:nvSpPr>
        <dsp:cNvPr id="0" name=""/>
        <dsp:cNvSpPr/>
      </dsp:nvSpPr>
      <dsp:spPr>
        <a:xfrm>
          <a:off x="3960867" y="1884682"/>
          <a:ext cx="1460619" cy="4454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>
              <a:solidFill>
                <a:schemeClr val="tx1"/>
              </a:solidFill>
            </a:rPr>
            <a:t>TEXT</a:t>
          </a:r>
        </a:p>
      </dsp:txBody>
      <dsp:txXfrm>
        <a:off x="3960867" y="1884682"/>
        <a:ext cx="1460619" cy="445488"/>
      </dsp:txXfrm>
    </dsp:sp>
    <dsp:sp modelId="{C2D645BD-ED49-4E67-B0E4-1F879104C9B3}">
      <dsp:nvSpPr>
        <dsp:cNvPr id="0" name=""/>
        <dsp:cNvSpPr/>
      </dsp:nvSpPr>
      <dsp:spPr>
        <a:xfrm>
          <a:off x="5713610" y="1884682"/>
          <a:ext cx="4821036" cy="4454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000" kern="1200" dirty="0">
              <a:solidFill>
                <a:schemeClr val="tx1"/>
              </a:solidFill>
              <a:latin typeface="Arial" panose="020B0604020202020204" pitchFamily="34" charset="0"/>
            </a:rPr>
            <a:t>Longitud+2 bytes. Se ordena sin tener en cuenta las Mayúsculas y las minúsculas. Un texto con un máximo de 65535 caracteres</a:t>
          </a:r>
          <a:endParaRPr lang="es-ES" sz="1000" kern="1200" dirty="0">
            <a:solidFill>
              <a:schemeClr val="tx1"/>
            </a:solidFill>
          </a:endParaRPr>
        </a:p>
      </dsp:txBody>
      <dsp:txXfrm>
        <a:off x="5713610" y="1884682"/>
        <a:ext cx="4821036" cy="445488"/>
      </dsp:txXfrm>
    </dsp:sp>
    <dsp:sp modelId="{7859DDA9-A084-4B11-A7D9-838C6F6DB1AC}">
      <dsp:nvSpPr>
        <dsp:cNvPr id="0" name=""/>
        <dsp:cNvSpPr/>
      </dsp:nvSpPr>
      <dsp:spPr>
        <a:xfrm>
          <a:off x="3960867" y="2512748"/>
          <a:ext cx="1460619" cy="4454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>
              <a:solidFill>
                <a:schemeClr val="tx1"/>
              </a:solidFill>
            </a:rPr>
            <a:t>DATE</a:t>
          </a:r>
        </a:p>
      </dsp:txBody>
      <dsp:txXfrm>
        <a:off x="3960867" y="2512748"/>
        <a:ext cx="1460619" cy="445488"/>
      </dsp:txXfrm>
    </dsp:sp>
    <dsp:sp modelId="{8CEE58BC-46C3-438A-9C1E-DE0D1D197CAF}">
      <dsp:nvSpPr>
        <dsp:cNvPr id="0" name=""/>
        <dsp:cNvSpPr/>
      </dsp:nvSpPr>
      <dsp:spPr>
        <a:xfrm>
          <a:off x="5713610" y="2512748"/>
          <a:ext cx="4805159" cy="4454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000" kern="1200" dirty="0">
              <a:solidFill>
                <a:schemeClr val="tx1"/>
              </a:solidFill>
              <a:latin typeface="Arial" panose="020B0604020202020204" pitchFamily="34" charset="0"/>
            </a:rPr>
            <a:t>’1000-01-01’ al ’9999-12-31’.El formato de almacenamiento es de año-mes-día</a:t>
          </a:r>
          <a:endParaRPr lang="es-ES" sz="1000" kern="1200" dirty="0">
            <a:solidFill>
              <a:schemeClr val="tx1"/>
            </a:solidFill>
          </a:endParaRPr>
        </a:p>
      </dsp:txBody>
      <dsp:txXfrm>
        <a:off x="5713610" y="2512748"/>
        <a:ext cx="4805159" cy="445488"/>
      </dsp:txXfrm>
    </dsp:sp>
    <dsp:sp modelId="{B862D613-B726-4ABC-85F1-EBDAFDAD8B4B}">
      <dsp:nvSpPr>
        <dsp:cNvPr id="0" name=""/>
        <dsp:cNvSpPr/>
      </dsp:nvSpPr>
      <dsp:spPr>
        <a:xfrm>
          <a:off x="3960867" y="3454848"/>
          <a:ext cx="1460619" cy="4454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>
              <a:solidFill>
                <a:schemeClr val="tx1"/>
              </a:solidFill>
            </a:rPr>
            <a:t>Otros</a:t>
          </a:r>
        </a:p>
      </dsp:txBody>
      <dsp:txXfrm>
        <a:off x="3960867" y="3454848"/>
        <a:ext cx="1460619" cy="445488"/>
      </dsp:txXfrm>
    </dsp:sp>
    <dsp:sp modelId="{0774AE97-40D9-4739-9F2B-B4ECE34A17FB}">
      <dsp:nvSpPr>
        <dsp:cNvPr id="0" name=""/>
        <dsp:cNvSpPr/>
      </dsp:nvSpPr>
      <dsp:spPr>
        <a:xfrm>
          <a:off x="5713610" y="3140815"/>
          <a:ext cx="1460619" cy="4454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>
              <a:solidFill>
                <a:schemeClr val="tx1"/>
              </a:solidFill>
            </a:rPr>
            <a:t>Dependen del área de aplicación.</a:t>
          </a:r>
        </a:p>
      </dsp:txBody>
      <dsp:txXfrm>
        <a:off x="5713610" y="3140815"/>
        <a:ext cx="1460619" cy="445488"/>
      </dsp:txXfrm>
    </dsp:sp>
    <dsp:sp modelId="{D72EBAF0-63FB-4AA1-9EBC-E775B23C3C69}">
      <dsp:nvSpPr>
        <dsp:cNvPr id="0" name=""/>
        <dsp:cNvSpPr/>
      </dsp:nvSpPr>
      <dsp:spPr>
        <a:xfrm>
          <a:off x="5713610" y="3768881"/>
          <a:ext cx="1460619" cy="4454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>
              <a:solidFill>
                <a:schemeClr val="tx1"/>
              </a:solidFill>
            </a:rPr>
            <a:t>Precisión </a:t>
          </a:r>
        </a:p>
      </dsp:txBody>
      <dsp:txXfrm>
        <a:off x="5713610" y="3768881"/>
        <a:ext cx="1460619" cy="445488"/>
      </dsp:txXfrm>
    </dsp:sp>
    <dsp:sp modelId="{04384A84-6810-4EC6-85A6-6D003FCCE274}">
      <dsp:nvSpPr>
        <dsp:cNvPr id="0" name=""/>
        <dsp:cNvSpPr/>
      </dsp:nvSpPr>
      <dsp:spPr>
        <a:xfrm>
          <a:off x="2208124" y="1413632"/>
          <a:ext cx="1460619" cy="44548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>
              <a:solidFill>
                <a:schemeClr val="tx1"/>
              </a:solidFill>
            </a:rPr>
            <a:t>Comunes </a:t>
          </a:r>
        </a:p>
      </dsp:txBody>
      <dsp:txXfrm>
        <a:off x="2208124" y="1413632"/>
        <a:ext cx="1460619" cy="4454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D6F042-A357-40AA-9D0E-0D5854BE9BB0}">
      <dsp:nvSpPr>
        <dsp:cNvPr id="0" name=""/>
        <dsp:cNvSpPr/>
      </dsp:nvSpPr>
      <dsp:spPr>
        <a:xfrm>
          <a:off x="3112385" y="1154074"/>
          <a:ext cx="203584" cy="891895"/>
        </a:xfrm>
        <a:custGeom>
          <a:avLst/>
          <a:gdLst/>
          <a:ahLst/>
          <a:cxnLst/>
          <a:rect l="0" t="0" r="0" b="0"/>
          <a:pathLst>
            <a:path>
              <a:moveTo>
                <a:pt x="203584" y="0"/>
              </a:moveTo>
              <a:lnTo>
                <a:pt x="203584" y="891895"/>
              </a:lnTo>
              <a:lnTo>
                <a:pt x="0" y="891895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D6AF25-F170-494C-9768-93208BDF43F7}">
      <dsp:nvSpPr>
        <dsp:cNvPr id="0" name=""/>
        <dsp:cNvSpPr/>
      </dsp:nvSpPr>
      <dsp:spPr>
        <a:xfrm>
          <a:off x="3315970" y="1154074"/>
          <a:ext cx="2346073" cy="17837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80206"/>
              </a:lnTo>
              <a:lnTo>
                <a:pt x="2346073" y="1580206"/>
              </a:lnTo>
              <a:lnTo>
                <a:pt x="2346073" y="1783791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4D702D-3B1E-438F-821B-F36A4A310C19}">
      <dsp:nvSpPr>
        <dsp:cNvPr id="0" name=""/>
        <dsp:cNvSpPr/>
      </dsp:nvSpPr>
      <dsp:spPr>
        <a:xfrm>
          <a:off x="3270250" y="1154074"/>
          <a:ext cx="91440" cy="178379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83791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AF2BE2-67CC-4CCF-BDF7-4E3F1FBBBD64}">
      <dsp:nvSpPr>
        <dsp:cNvPr id="0" name=""/>
        <dsp:cNvSpPr/>
      </dsp:nvSpPr>
      <dsp:spPr>
        <a:xfrm>
          <a:off x="969896" y="1154074"/>
          <a:ext cx="2346073" cy="1783791"/>
        </a:xfrm>
        <a:custGeom>
          <a:avLst/>
          <a:gdLst/>
          <a:ahLst/>
          <a:cxnLst/>
          <a:rect l="0" t="0" r="0" b="0"/>
          <a:pathLst>
            <a:path>
              <a:moveTo>
                <a:pt x="2346073" y="0"/>
              </a:moveTo>
              <a:lnTo>
                <a:pt x="2346073" y="1580206"/>
              </a:lnTo>
              <a:lnTo>
                <a:pt x="0" y="1580206"/>
              </a:lnTo>
              <a:lnTo>
                <a:pt x="0" y="1783791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DD97E6-58ED-4DF7-9E54-ECD439F5B200}">
      <dsp:nvSpPr>
        <dsp:cNvPr id="0" name=""/>
        <dsp:cNvSpPr/>
      </dsp:nvSpPr>
      <dsp:spPr>
        <a:xfrm>
          <a:off x="2346518" y="184622"/>
          <a:ext cx="1938903" cy="96945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 dirty="0"/>
            <a:t>Formas </a:t>
          </a:r>
        </a:p>
      </dsp:txBody>
      <dsp:txXfrm>
        <a:off x="2346518" y="184622"/>
        <a:ext cx="1938903" cy="969451"/>
      </dsp:txXfrm>
    </dsp:sp>
    <dsp:sp modelId="{7003731E-C848-4A2D-B835-D27EA2B72804}">
      <dsp:nvSpPr>
        <dsp:cNvPr id="0" name=""/>
        <dsp:cNvSpPr/>
      </dsp:nvSpPr>
      <dsp:spPr>
        <a:xfrm>
          <a:off x="445" y="2937865"/>
          <a:ext cx="1938903" cy="96945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 dirty="0" err="1"/>
            <a:t>WorkBeanch</a:t>
          </a:r>
          <a:endParaRPr lang="es-ES" sz="2600" kern="1200" dirty="0"/>
        </a:p>
      </dsp:txBody>
      <dsp:txXfrm>
        <a:off x="445" y="2937865"/>
        <a:ext cx="1938903" cy="969451"/>
      </dsp:txXfrm>
    </dsp:sp>
    <dsp:sp modelId="{7C80F0E3-CB69-43DC-BF42-502630F50A6C}">
      <dsp:nvSpPr>
        <dsp:cNvPr id="0" name=""/>
        <dsp:cNvSpPr/>
      </dsp:nvSpPr>
      <dsp:spPr>
        <a:xfrm>
          <a:off x="2346518" y="2937865"/>
          <a:ext cx="1938903" cy="96945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 dirty="0"/>
            <a:t>Línea de Comandos </a:t>
          </a:r>
        </a:p>
      </dsp:txBody>
      <dsp:txXfrm>
        <a:off x="2346518" y="2937865"/>
        <a:ext cx="1938903" cy="969451"/>
      </dsp:txXfrm>
    </dsp:sp>
    <dsp:sp modelId="{2AA2BBEB-588B-4B4A-9003-1E6166FEA27B}">
      <dsp:nvSpPr>
        <dsp:cNvPr id="0" name=""/>
        <dsp:cNvSpPr/>
      </dsp:nvSpPr>
      <dsp:spPr>
        <a:xfrm>
          <a:off x="4692591" y="2937865"/>
          <a:ext cx="1938903" cy="96945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 dirty="0"/>
            <a:t>Desde </a:t>
          </a:r>
          <a:r>
            <a:rPr lang="es-ES" sz="2600" kern="1200" dirty="0" err="1"/>
            <a:t>Php</a:t>
          </a:r>
          <a:r>
            <a:rPr lang="es-ES" sz="2600" kern="1200" dirty="0"/>
            <a:t> </a:t>
          </a:r>
          <a:r>
            <a:rPr lang="es-ES" sz="2600" kern="1200" dirty="0" err="1"/>
            <a:t>MyAdmin</a:t>
          </a:r>
          <a:endParaRPr lang="es-ES" sz="2600" kern="1200" dirty="0"/>
        </a:p>
      </dsp:txBody>
      <dsp:txXfrm>
        <a:off x="4692591" y="2937865"/>
        <a:ext cx="1938903" cy="969451"/>
      </dsp:txXfrm>
    </dsp:sp>
    <dsp:sp modelId="{354D164F-236F-4B90-B7CF-1F216C9AC7B7}">
      <dsp:nvSpPr>
        <dsp:cNvPr id="0" name=""/>
        <dsp:cNvSpPr/>
      </dsp:nvSpPr>
      <dsp:spPr>
        <a:xfrm>
          <a:off x="1173481" y="1561244"/>
          <a:ext cx="1938903" cy="96945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 dirty="0"/>
            <a:t>3 posibles </a:t>
          </a:r>
        </a:p>
      </dsp:txBody>
      <dsp:txXfrm>
        <a:off x="1173481" y="1561244"/>
        <a:ext cx="1938903" cy="96945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D6F042-A357-40AA-9D0E-0D5854BE9BB0}">
      <dsp:nvSpPr>
        <dsp:cNvPr id="0" name=""/>
        <dsp:cNvSpPr/>
      </dsp:nvSpPr>
      <dsp:spPr>
        <a:xfrm>
          <a:off x="2372476" y="998349"/>
          <a:ext cx="155186" cy="679864"/>
        </a:xfrm>
        <a:custGeom>
          <a:avLst/>
          <a:gdLst/>
          <a:ahLst/>
          <a:cxnLst/>
          <a:rect l="0" t="0" r="0" b="0"/>
          <a:pathLst>
            <a:path>
              <a:moveTo>
                <a:pt x="155186" y="0"/>
              </a:moveTo>
              <a:lnTo>
                <a:pt x="155186" y="679864"/>
              </a:lnTo>
              <a:lnTo>
                <a:pt x="0" y="679864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D6AF25-F170-494C-9768-93208BDF43F7}">
      <dsp:nvSpPr>
        <dsp:cNvPr id="0" name=""/>
        <dsp:cNvSpPr/>
      </dsp:nvSpPr>
      <dsp:spPr>
        <a:xfrm>
          <a:off x="2527663" y="998349"/>
          <a:ext cx="1788340" cy="13597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4543"/>
              </a:lnTo>
              <a:lnTo>
                <a:pt x="1788340" y="1204543"/>
              </a:lnTo>
              <a:lnTo>
                <a:pt x="1788340" y="1359729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4D702D-3B1E-438F-821B-F36A4A310C19}">
      <dsp:nvSpPr>
        <dsp:cNvPr id="0" name=""/>
        <dsp:cNvSpPr/>
      </dsp:nvSpPr>
      <dsp:spPr>
        <a:xfrm>
          <a:off x="2481943" y="998349"/>
          <a:ext cx="91440" cy="135972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359729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AF2BE2-67CC-4CCF-BDF7-4E3F1FBBBD64}">
      <dsp:nvSpPr>
        <dsp:cNvPr id="0" name=""/>
        <dsp:cNvSpPr/>
      </dsp:nvSpPr>
      <dsp:spPr>
        <a:xfrm>
          <a:off x="739322" y="998349"/>
          <a:ext cx="1788340" cy="1359729"/>
        </a:xfrm>
        <a:custGeom>
          <a:avLst/>
          <a:gdLst/>
          <a:ahLst/>
          <a:cxnLst/>
          <a:rect l="0" t="0" r="0" b="0"/>
          <a:pathLst>
            <a:path>
              <a:moveTo>
                <a:pt x="1788340" y="0"/>
              </a:moveTo>
              <a:lnTo>
                <a:pt x="1788340" y="1204543"/>
              </a:lnTo>
              <a:lnTo>
                <a:pt x="0" y="1204543"/>
              </a:lnTo>
              <a:lnTo>
                <a:pt x="0" y="1359729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DD97E6-58ED-4DF7-9E54-ECD439F5B200}">
      <dsp:nvSpPr>
        <dsp:cNvPr id="0" name=""/>
        <dsp:cNvSpPr/>
      </dsp:nvSpPr>
      <dsp:spPr>
        <a:xfrm>
          <a:off x="1788679" y="259366"/>
          <a:ext cx="1477967" cy="7389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Formas </a:t>
          </a:r>
        </a:p>
      </dsp:txBody>
      <dsp:txXfrm>
        <a:off x="1788679" y="259366"/>
        <a:ext cx="1477967" cy="738983"/>
      </dsp:txXfrm>
    </dsp:sp>
    <dsp:sp modelId="{7003731E-C848-4A2D-B835-D27EA2B72804}">
      <dsp:nvSpPr>
        <dsp:cNvPr id="0" name=""/>
        <dsp:cNvSpPr/>
      </dsp:nvSpPr>
      <dsp:spPr>
        <a:xfrm>
          <a:off x="339" y="2358079"/>
          <a:ext cx="1477967" cy="7389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2300" kern="1200" dirty="0"/>
        </a:p>
      </dsp:txBody>
      <dsp:txXfrm>
        <a:off x="339" y="2358079"/>
        <a:ext cx="1477967" cy="738983"/>
      </dsp:txXfrm>
    </dsp:sp>
    <dsp:sp modelId="{7C80F0E3-CB69-43DC-BF42-502630F50A6C}">
      <dsp:nvSpPr>
        <dsp:cNvPr id="0" name=""/>
        <dsp:cNvSpPr/>
      </dsp:nvSpPr>
      <dsp:spPr>
        <a:xfrm>
          <a:off x="1788679" y="2358079"/>
          <a:ext cx="1477967" cy="7389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Línea de Comandos </a:t>
          </a:r>
        </a:p>
      </dsp:txBody>
      <dsp:txXfrm>
        <a:off x="1788679" y="2358079"/>
        <a:ext cx="1477967" cy="738983"/>
      </dsp:txXfrm>
    </dsp:sp>
    <dsp:sp modelId="{2AA2BBEB-588B-4B4A-9003-1E6166FEA27B}">
      <dsp:nvSpPr>
        <dsp:cNvPr id="0" name=""/>
        <dsp:cNvSpPr/>
      </dsp:nvSpPr>
      <dsp:spPr>
        <a:xfrm>
          <a:off x="3577019" y="2358079"/>
          <a:ext cx="1477967" cy="7389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Desde </a:t>
          </a:r>
          <a:r>
            <a:rPr lang="es-ES" sz="2300" kern="1200" dirty="0" err="1"/>
            <a:t>Php</a:t>
          </a:r>
          <a:r>
            <a:rPr lang="es-ES" sz="2300" kern="1200" dirty="0"/>
            <a:t> </a:t>
          </a:r>
          <a:r>
            <a:rPr lang="es-ES" sz="2300" kern="1200" dirty="0" err="1"/>
            <a:t>MyAdmin</a:t>
          </a:r>
          <a:endParaRPr lang="es-ES" sz="2300" kern="1200" dirty="0"/>
        </a:p>
      </dsp:txBody>
      <dsp:txXfrm>
        <a:off x="3577019" y="2358079"/>
        <a:ext cx="1477967" cy="738983"/>
      </dsp:txXfrm>
    </dsp:sp>
    <dsp:sp modelId="{354D164F-236F-4B90-B7CF-1F216C9AC7B7}">
      <dsp:nvSpPr>
        <dsp:cNvPr id="0" name=""/>
        <dsp:cNvSpPr/>
      </dsp:nvSpPr>
      <dsp:spPr>
        <a:xfrm>
          <a:off x="894509" y="1308722"/>
          <a:ext cx="1477967" cy="7389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3 posibles </a:t>
          </a:r>
        </a:p>
      </dsp:txBody>
      <dsp:txXfrm>
        <a:off x="894509" y="1308722"/>
        <a:ext cx="1477967" cy="7389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901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-1" y="232968"/>
            <a:ext cx="9560477" cy="6625032"/>
          </a:xfrm>
          <a:custGeom>
            <a:avLst/>
            <a:gdLst/>
            <a:ahLst/>
            <a:cxnLst/>
            <a:rect l="l" t="t" r="r" b="b"/>
            <a:pathLst>
              <a:path w="9263816" h="6858000" extrusionOk="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901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2" name="Google Shape;92;p1"/>
          <p:cNvSpPr txBox="1">
            <a:spLocks noGrp="1"/>
          </p:cNvSpPr>
          <p:nvPr>
            <p:ph type="ctrTitle"/>
          </p:nvPr>
        </p:nvSpPr>
        <p:spPr>
          <a:xfrm>
            <a:off x="5353492" y="557784"/>
            <a:ext cx="622890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s-ES" sz="4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Bases de Datos</a:t>
            </a:r>
            <a:endParaRPr dirty="0"/>
          </a:p>
        </p:txBody>
      </p:sp>
      <p:pic>
        <p:nvPicPr>
          <p:cNvPr id="94" name="Google Shape;94;p1" descr="Patrón de fond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 t="23159" b="5900"/>
          <a:stretch/>
        </p:blipFill>
        <p:spPr>
          <a:xfrm>
            <a:off x="0" y="-21297"/>
            <a:ext cx="4863586" cy="3450297"/>
          </a:xfrm>
          <a:custGeom>
            <a:avLst/>
            <a:gdLst/>
            <a:ahLst/>
            <a:cxnLst/>
            <a:rect l="l" t="t" r="r" b="b"/>
            <a:pathLst>
              <a:path w="4863606" h="3450307" extrusionOk="0">
                <a:moveTo>
                  <a:pt x="4591342" y="1822824"/>
                </a:moveTo>
                <a:cubicBezTo>
                  <a:pt x="4734922" y="1822824"/>
                  <a:pt x="4851318" y="1939219"/>
                  <a:pt x="4851318" y="2082800"/>
                </a:cubicBezTo>
                <a:cubicBezTo>
                  <a:pt x="4851318" y="2226381"/>
                  <a:pt x="4734922" y="2342776"/>
                  <a:pt x="4591342" y="2342776"/>
                </a:cubicBezTo>
                <a:cubicBezTo>
                  <a:pt x="4447760" y="2342776"/>
                  <a:pt x="4331366" y="2226381"/>
                  <a:pt x="4331366" y="2082800"/>
                </a:cubicBezTo>
                <a:cubicBezTo>
                  <a:pt x="4331366" y="1939219"/>
                  <a:pt x="4447760" y="1822824"/>
                  <a:pt x="4591342" y="1822824"/>
                </a:cubicBezTo>
                <a:close/>
                <a:moveTo>
                  <a:pt x="4548524" y="1354515"/>
                </a:moveTo>
                <a:cubicBezTo>
                  <a:pt x="4640145" y="1354515"/>
                  <a:pt x="4714417" y="1428787"/>
                  <a:pt x="4714417" y="1520407"/>
                </a:cubicBezTo>
                <a:cubicBezTo>
                  <a:pt x="4714417" y="1612027"/>
                  <a:pt x="4640145" y="1686299"/>
                  <a:pt x="4548524" y="1686299"/>
                </a:cubicBezTo>
                <a:cubicBezTo>
                  <a:pt x="4456904" y="1686299"/>
                  <a:pt x="4382633" y="1612027"/>
                  <a:pt x="4382633" y="1520407"/>
                </a:cubicBezTo>
                <a:cubicBezTo>
                  <a:pt x="4382633" y="1428787"/>
                  <a:pt x="4456904" y="1354515"/>
                  <a:pt x="4548524" y="1354515"/>
                </a:cubicBezTo>
                <a:close/>
                <a:moveTo>
                  <a:pt x="0" y="0"/>
                </a:moveTo>
                <a:lnTo>
                  <a:pt x="153671" y="0"/>
                </a:lnTo>
                <a:lnTo>
                  <a:pt x="909477" y="0"/>
                </a:lnTo>
                <a:lnTo>
                  <a:pt x="2112567" y="0"/>
                </a:lnTo>
                <a:lnTo>
                  <a:pt x="2477521" y="0"/>
                </a:lnTo>
                <a:lnTo>
                  <a:pt x="4026565" y="0"/>
                </a:lnTo>
                <a:lnTo>
                  <a:pt x="4318929" y="0"/>
                </a:lnTo>
                <a:lnTo>
                  <a:pt x="4347748" y="26006"/>
                </a:lnTo>
                <a:cubicBezTo>
                  <a:pt x="4576020" y="265828"/>
                  <a:pt x="4547105" y="605203"/>
                  <a:pt x="4412376" y="981453"/>
                </a:cubicBezTo>
                <a:cubicBezTo>
                  <a:pt x="4407458" y="994267"/>
                  <a:pt x="4401397" y="1006625"/>
                  <a:pt x="4394268" y="1018429"/>
                </a:cubicBezTo>
                <a:cubicBezTo>
                  <a:pt x="4302616" y="1213511"/>
                  <a:pt x="3914486" y="2128752"/>
                  <a:pt x="4471063" y="2621388"/>
                </a:cubicBezTo>
                <a:cubicBezTo>
                  <a:pt x="4474502" y="2624417"/>
                  <a:pt x="4477530" y="2627394"/>
                  <a:pt x="4480254" y="2630331"/>
                </a:cubicBezTo>
                <a:cubicBezTo>
                  <a:pt x="4539798" y="2687655"/>
                  <a:pt x="4597630" y="2763073"/>
                  <a:pt x="4652690" y="2872062"/>
                </a:cubicBezTo>
                <a:cubicBezTo>
                  <a:pt x="4736423" y="3038692"/>
                  <a:pt x="4812133" y="3197951"/>
                  <a:pt x="4849792" y="3365199"/>
                </a:cubicBezTo>
                <a:lnTo>
                  <a:pt x="4863606" y="3450307"/>
                </a:lnTo>
                <a:lnTo>
                  <a:pt x="0" y="345030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95" name="Google Shape;95;p1"/>
          <p:cNvSpPr txBox="1">
            <a:spLocks noGrp="1"/>
          </p:cNvSpPr>
          <p:nvPr>
            <p:ph type="subTitle" idx="1"/>
          </p:nvPr>
        </p:nvSpPr>
        <p:spPr>
          <a:xfrm>
            <a:off x="5353492" y="2106204"/>
            <a:ext cx="6228907" cy="4036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it-IT" b="0" i="0" u="none" strike="noStrike" dirty="0"/>
              <a:t>Jefferson Sarmiento Rojas</a:t>
            </a:r>
            <a:endParaRPr lang="it-IT" dirty="0"/>
          </a:p>
          <a:p>
            <a:pPr marL="0" lvl="0" indent="0" algn="ctr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</a:pPr>
            <a:r>
              <a:rPr lang="it-IT" b="0" i="0" u="none" strike="noStrike" dirty="0">
                <a:solidFill>
                  <a:schemeClr val="accent4"/>
                </a:solidFill>
              </a:rPr>
              <a:t>Jefferson.sarmiento@urosario.edu.co</a:t>
            </a:r>
            <a:endParaRPr lang="it-IT" dirty="0"/>
          </a:p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s-ES" dirty="0"/>
          </a:p>
          <a:p>
            <a:pPr marL="0" lvl="0" indent="0" algn="ctr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ES" b="1" dirty="0"/>
              <a:t>2025</a:t>
            </a:r>
            <a:endParaRPr dirty="0"/>
          </a:p>
        </p:txBody>
      </p:sp>
      <p:pic>
        <p:nvPicPr>
          <p:cNvPr id="96" name="Google Shape;9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8136" y="5090311"/>
            <a:ext cx="5914263" cy="1295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AE8DB537-87AC-3138-1E37-0DDFA485E6C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1281" t="21270" b="11349"/>
          <a:stretch>
            <a:fillRect/>
          </a:stretch>
        </p:blipFill>
        <p:spPr>
          <a:xfrm>
            <a:off x="609601" y="3521966"/>
            <a:ext cx="3146679" cy="28635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/>
          <p:nvPr/>
        </p:nvSpPr>
        <p:spPr>
          <a:xfrm>
            <a:off x="11118533" y="918266"/>
            <a:ext cx="706127" cy="5863534"/>
          </a:xfrm>
          <a:custGeom>
            <a:avLst/>
            <a:gdLst/>
            <a:ahLst/>
            <a:cxnLst/>
            <a:rect l="l" t="t" r="r" b="b"/>
            <a:pathLst>
              <a:path w="414" h="2447" extrusionOk="0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11117879" y="643467"/>
            <a:ext cx="420307" cy="5668919"/>
          </a:xfrm>
          <a:custGeom>
            <a:avLst/>
            <a:gdLst/>
            <a:ahLst/>
            <a:cxnLst/>
            <a:rect l="l" t="t" r="r" b="b"/>
            <a:pathLst>
              <a:path w="209" h="2358" extrusionOk="0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rgbClr val="1F386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285611" y="248221"/>
            <a:ext cx="11428252" cy="548150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s-CO"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AutoShape 4" descr="Top 10 Real-world Python Use Cases And Applications, 57% OFF">
            <a:extLst>
              <a:ext uri="{FF2B5EF4-FFF2-40B4-BE49-F238E27FC236}">
                <a16:creationId xmlns:a16="http://schemas.microsoft.com/office/drawing/2014/main" id="{CE394AE9-3D52-51FC-8B0A-1D6B78449C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D586B49A-E0FF-A0A9-D33A-17B135EA8D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D3FC28C-A64A-6441-2547-6064D4E21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43467"/>
            <a:ext cx="9788639" cy="46116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9FF1921-793C-E240-F53E-B717367EF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83" y="103627"/>
            <a:ext cx="9637926" cy="503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261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9">
            <a:extLst>
              <a:ext uri="{FF2B5EF4-FFF2-40B4-BE49-F238E27FC236}">
                <a16:creationId xmlns:a16="http://schemas.microsoft.com/office/drawing/2014/main" id="{3DAD86CA-8235-409B-982B-5E7A033E2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9F234FBA-3501-47B4-AE0C-AA4AFBC8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EF893B-0491-416E-9D33-BADE96007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C74706F-C126-1B1F-821E-6361753D65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167"/>
          <a:stretch/>
        </p:blipFill>
        <p:spPr>
          <a:xfrm>
            <a:off x="838200" y="754148"/>
            <a:ext cx="10515600" cy="4995575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9F4FF8-F8B0-4630-BA1B-0D8B324CD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1019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DAD86CA-8235-409B-982B-5E7A033E2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234FBA-3501-47B4-AE0C-AA4AFBC8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EF893B-0491-416E-9D33-BADE96007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810EF1C-4A08-6B91-23CB-72BC430DCF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121" b="10733"/>
          <a:stretch/>
        </p:blipFill>
        <p:spPr>
          <a:xfrm>
            <a:off x="838200" y="754148"/>
            <a:ext cx="10515600" cy="4995575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9F4FF8-F8B0-4630-BA1B-0D8B324CD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1734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2DE0B1-13FF-9C98-7ACB-F5A43CD09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Bases de Datos </a:t>
            </a:r>
            <a:endParaRPr lang="es-419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099C95-EAA2-04E2-768A-AF670DE0B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7E813BC-2E54-C228-CBC5-864E378DB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8" y="1422502"/>
            <a:ext cx="11850754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988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76194"/>
            <a:ext cx="10058400" cy="1450757"/>
          </a:xfrm>
        </p:spPr>
        <p:txBody>
          <a:bodyPr/>
          <a:lstStyle/>
          <a:p>
            <a:pPr algn="ctr"/>
            <a:r>
              <a:rPr lang="es-CO" dirty="0"/>
              <a:t>¿Qué es DBMS?</a:t>
            </a:r>
          </a:p>
        </p:txBody>
      </p:sp>
      <p:graphicFrame>
        <p:nvGraphicFramePr>
          <p:cNvPr id="7" name="Diagrama 6"/>
          <p:cNvGraphicFramePr/>
          <p:nvPr/>
        </p:nvGraphicFramePr>
        <p:xfrm>
          <a:off x="616227" y="2012245"/>
          <a:ext cx="5813287" cy="3871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n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825" y="2928937"/>
            <a:ext cx="4916342" cy="2074863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7962900" y="1981978"/>
            <a:ext cx="17620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1- Definición </a:t>
            </a:r>
          </a:p>
          <a:p>
            <a:r>
              <a:rPr lang="es-CO" dirty="0"/>
              <a:t>2- Manipulación </a:t>
            </a:r>
          </a:p>
          <a:p>
            <a:r>
              <a:rPr lang="es-CO" dirty="0"/>
              <a:t>3- Utilización</a:t>
            </a:r>
          </a:p>
        </p:txBody>
      </p:sp>
    </p:spTree>
    <p:extLst>
      <p:ext uri="{BB962C8B-B14F-4D97-AF65-F5344CB8AC3E}">
        <p14:creationId xmlns:p14="http://schemas.microsoft.com/office/powerpoint/2010/main" val="3764869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Como crear una base de Datos 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097280" y="2674620"/>
            <a:ext cx="2557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dirty="0"/>
              <a:t>SHOW DATABASES;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1097280" y="3502045"/>
            <a:ext cx="39624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dirty="0"/>
              <a:t>CREATE DATABASE </a:t>
            </a:r>
            <a:r>
              <a:rPr lang="es-CO" sz="2400" dirty="0" err="1"/>
              <a:t>bdNombre</a:t>
            </a:r>
            <a:r>
              <a:rPr lang="es-CO" sz="2400" dirty="0"/>
              <a:t>;</a:t>
            </a:r>
          </a:p>
          <a:p>
            <a:endParaRPr lang="es-CO" sz="2400" dirty="0"/>
          </a:p>
        </p:txBody>
      </p:sp>
      <p:sp>
        <p:nvSpPr>
          <p:cNvPr id="6" name="CuadroTexto 5"/>
          <p:cNvSpPr txBox="1"/>
          <p:nvPr/>
        </p:nvSpPr>
        <p:spPr>
          <a:xfrm>
            <a:off x="1097280" y="4283303"/>
            <a:ext cx="21731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dirty="0"/>
              <a:t>USE </a:t>
            </a:r>
            <a:r>
              <a:rPr lang="es-CO" sz="2400" dirty="0" err="1"/>
              <a:t>bdNombre</a:t>
            </a:r>
            <a:r>
              <a:rPr lang="es-CO" sz="2400" dirty="0"/>
              <a:t>;</a:t>
            </a:r>
          </a:p>
          <a:p>
            <a:endParaRPr lang="es-CO" sz="2400" dirty="0"/>
          </a:p>
        </p:txBody>
      </p:sp>
      <p:sp>
        <p:nvSpPr>
          <p:cNvPr id="7" name="Cerrar llave 6"/>
          <p:cNvSpPr/>
          <p:nvPr/>
        </p:nvSpPr>
        <p:spPr>
          <a:xfrm>
            <a:off x="5151883" y="2625849"/>
            <a:ext cx="1318165" cy="278258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 7"/>
          <p:cNvSpPr/>
          <p:nvPr/>
        </p:nvSpPr>
        <p:spPr>
          <a:xfrm>
            <a:off x="1188282" y="1282137"/>
            <a:ext cx="3244799" cy="218521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DDL</a:t>
            </a:r>
          </a:p>
          <a:p>
            <a:pPr algn="ctr"/>
            <a:r>
              <a:rPr lang="es-CO" sz="2800" dirty="0">
                <a:solidFill>
                  <a:srgbClr val="FF0000"/>
                </a:solidFill>
              </a:rPr>
              <a:t>Definición de datos</a:t>
            </a:r>
            <a:endParaRPr lang="es-ES" sz="2800" b="0" cap="none" spc="0" dirty="0">
              <a:ln w="0"/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  <a:p>
            <a:pPr algn="ctr"/>
            <a:endParaRPr lang="es-E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1097280" y="4893334"/>
            <a:ext cx="37079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dirty="0"/>
              <a:t>DROP DATABASE </a:t>
            </a:r>
            <a:r>
              <a:rPr lang="es-CO" sz="2400" dirty="0" err="1"/>
              <a:t>bdnombre</a:t>
            </a:r>
            <a:r>
              <a:rPr lang="es-CO" sz="2400" dirty="0"/>
              <a:t>;</a:t>
            </a:r>
          </a:p>
          <a:p>
            <a:endParaRPr lang="es-CO" sz="2400" dirty="0"/>
          </a:p>
        </p:txBody>
      </p:sp>
      <p:sp>
        <p:nvSpPr>
          <p:cNvPr id="10" name="Rectángulo 9"/>
          <p:cNvSpPr/>
          <p:nvPr/>
        </p:nvSpPr>
        <p:spPr>
          <a:xfrm>
            <a:off x="7170529" y="1295492"/>
            <a:ext cx="3268844" cy="129266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DML</a:t>
            </a:r>
          </a:p>
          <a:p>
            <a:pPr algn="ctr"/>
            <a:r>
              <a:rPr lang="es-CO" sz="2400" dirty="0">
                <a:solidFill>
                  <a:srgbClr val="FF0000"/>
                </a:solidFill>
              </a:rPr>
              <a:t>Manipulación de datos</a:t>
            </a:r>
            <a:endParaRPr lang="es-ES" sz="2400" b="0" cap="none" spc="0" dirty="0">
              <a:ln w="0"/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6646630" y="2532549"/>
            <a:ext cx="5248937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dirty="0"/>
              <a:t>CREATE TABLE  PERSONA(</a:t>
            </a:r>
          </a:p>
          <a:p>
            <a:r>
              <a:rPr lang="es-CO" sz="2400" dirty="0" err="1"/>
              <a:t>Codigo</a:t>
            </a:r>
            <a:r>
              <a:rPr lang="es-CO" sz="2400" dirty="0"/>
              <a:t> </a:t>
            </a:r>
            <a:r>
              <a:rPr lang="es-CO" sz="2400" dirty="0" err="1"/>
              <a:t>int</a:t>
            </a:r>
            <a:r>
              <a:rPr lang="es-CO" sz="2400" dirty="0"/>
              <a:t>,</a:t>
            </a:r>
          </a:p>
          <a:p>
            <a:r>
              <a:rPr lang="es-CO" sz="2400" dirty="0"/>
              <a:t>Nombre </a:t>
            </a:r>
            <a:r>
              <a:rPr lang="es-CO" sz="2400" dirty="0" err="1"/>
              <a:t>varchar</a:t>
            </a:r>
            <a:r>
              <a:rPr lang="es-CO" sz="2400" dirty="0"/>
              <a:t>(15)</a:t>
            </a:r>
          </a:p>
          <a:p>
            <a:r>
              <a:rPr lang="es-CO" sz="2400" dirty="0"/>
              <a:t>);</a:t>
            </a:r>
          </a:p>
          <a:p>
            <a:r>
              <a:rPr lang="es-CO" sz="2400" dirty="0"/>
              <a:t>SHOW TABLES;</a:t>
            </a:r>
          </a:p>
          <a:p>
            <a:r>
              <a:rPr lang="es-CO" sz="2400" dirty="0"/>
              <a:t>INSERT INTO </a:t>
            </a:r>
            <a:r>
              <a:rPr lang="es-CO" sz="2400" dirty="0" err="1"/>
              <a:t>nombreTabla</a:t>
            </a:r>
            <a:r>
              <a:rPr lang="es-CO" sz="2400" dirty="0"/>
              <a:t> </a:t>
            </a:r>
          </a:p>
          <a:p>
            <a:r>
              <a:rPr lang="es-CO" sz="2400" dirty="0"/>
              <a:t>VALUES (1, ‘PEPITO’);</a:t>
            </a:r>
          </a:p>
          <a:p>
            <a:r>
              <a:rPr lang="es-CO" sz="2400" dirty="0"/>
              <a:t>UPDATE </a:t>
            </a:r>
            <a:r>
              <a:rPr lang="es-CO" sz="2400" dirty="0" err="1"/>
              <a:t>nombreTabla</a:t>
            </a:r>
            <a:r>
              <a:rPr lang="es-CO" sz="2400" dirty="0"/>
              <a:t> SET nombre=‘</a:t>
            </a:r>
            <a:r>
              <a:rPr lang="es-CO" sz="2400" dirty="0" err="1"/>
              <a:t>raul</a:t>
            </a:r>
            <a:r>
              <a:rPr lang="es-CO" sz="2400" dirty="0"/>
              <a:t>’</a:t>
            </a:r>
          </a:p>
          <a:p>
            <a:endParaRPr lang="es-CO" sz="2400" dirty="0"/>
          </a:p>
          <a:p>
            <a:endParaRPr lang="es-CO" sz="2400" dirty="0"/>
          </a:p>
          <a:p>
            <a:endParaRPr lang="es-CO" sz="2400" dirty="0"/>
          </a:p>
          <a:p>
            <a:r>
              <a:rPr lang="es-CO" sz="2400" dirty="0"/>
              <a:t> </a:t>
            </a:r>
          </a:p>
          <a:p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668447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¿Qué es SQL?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O" dirty="0"/>
              <a:t>Lenguaje desarrollado por IMB SQL </a:t>
            </a:r>
            <a:r>
              <a:rPr lang="es-CO" dirty="0" err="1"/>
              <a:t>Structured</a:t>
            </a:r>
            <a:r>
              <a:rPr lang="es-CO" dirty="0"/>
              <a:t> </a:t>
            </a:r>
            <a:r>
              <a:rPr lang="es-CO" dirty="0" err="1"/>
              <a:t>Query</a:t>
            </a:r>
            <a:r>
              <a:rPr lang="es-CO" dirty="0"/>
              <a:t> </a:t>
            </a:r>
            <a:r>
              <a:rPr lang="es-CO" dirty="0" err="1"/>
              <a:t>Language</a:t>
            </a:r>
            <a:endParaRPr lang="es-CO" dirty="0"/>
          </a:p>
          <a:p>
            <a:r>
              <a:rPr lang="es-CO" dirty="0"/>
              <a:t>1- Lenguaje de Consulta Estructurado: Lenguaje de comunicación con bases de datos editar seleccionar  y filtrar datos.</a:t>
            </a:r>
          </a:p>
          <a:p>
            <a:pPr marL="0" lvl="0" indent="0">
              <a:buNone/>
            </a:pPr>
            <a:r>
              <a:rPr lang="es-CO" dirty="0"/>
              <a:t>Estándar para Bases de Datos</a:t>
            </a:r>
          </a:p>
          <a:p>
            <a:pPr marL="0" lvl="0" indent="0">
              <a:buNone/>
            </a:pPr>
            <a:r>
              <a:rPr lang="es-CO" dirty="0"/>
              <a:t>Motor de Nuestra Bases de Datos</a:t>
            </a:r>
          </a:p>
          <a:p>
            <a:pPr lvl="0"/>
            <a:r>
              <a:rPr lang="es-CO" dirty="0"/>
              <a:t>Que Bases de Datos utilizan el lenguaje SQL</a:t>
            </a:r>
          </a:p>
          <a:p>
            <a:pPr lvl="1"/>
            <a:r>
              <a:rPr lang="es-CO" dirty="0" err="1"/>
              <a:t>Mysql</a:t>
            </a:r>
            <a:r>
              <a:rPr lang="es-CO" dirty="0"/>
              <a:t> (extremadamente rápida </a:t>
            </a:r>
            <a:r>
              <a:rPr lang="es-CO" dirty="0" err="1"/>
              <a:t>éro</a:t>
            </a:r>
            <a:r>
              <a:rPr lang="es-CO" dirty="0"/>
              <a:t> no es tan robusta)</a:t>
            </a:r>
          </a:p>
          <a:p>
            <a:pPr lvl="1"/>
            <a:r>
              <a:rPr lang="es-CO" dirty="0" err="1"/>
              <a:t>postgeSQl</a:t>
            </a:r>
            <a:r>
              <a:rPr lang="es-CO" dirty="0"/>
              <a:t>(robusta)</a:t>
            </a:r>
          </a:p>
          <a:p>
            <a:pPr lvl="1"/>
            <a:r>
              <a:rPr lang="es-CO" dirty="0"/>
              <a:t>Ms </a:t>
            </a:r>
            <a:r>
              <a:rPr lang="es-CO" dirty="0" err="1"/>
              <a:t>sql</a:t>
            </a:r>
            <a:r>
              <a:rPr lang="es-CO" dirty="0"/>
              <a:t> Server(base de datos basada en </a:t>
            </a:r>
            <a:r>
              <a:rPr lang="es-CO" dirty="0" err="1"/>
              <a:t>Acces</a:t>
            </a:r>
            <a:r>
              <a:rPr lang="es-CO" dirty="0"/>
              <a:t>)</a:t>
            </a:r>
          </a:p>
          <a:p>
            <a:pPr lvl="1"/>
            <a:r>
              <a:rPr lang="es-CO" dirty="0"/>
              <a:t>DB2 (IBM)</a:t>
            </a:r>
          </a:p>
          <a:p>
            <a:pPr lvl="1"/>
            <a:r>
              <a:rPr lang="es-CO" dirty="0"/>
              <a:t>ORACLE </a:t>
            </a:r>
            <a:r>
              <a:rPr lang="es-CO" dirty="0" err="1"/>
              <a:t>sql</a:t>
            </a:r>
            <a:r>
              <a:rPr lang="es-CO" dirty="0"/>
              <a:t> y </a:t>
            </a:r>
            <a:r>
              <a:rPr lang="es-CO" dirty="0" err="1"/>
              <a:t>plsql</a:t>
            </a:r>
            <a:r>
              <a:rPr lang="es-CO" dirty="0"/>
              <a:t>.</a:t>
            </a:r>
          </a:p>
          <a:p>
            <a:endParaRPr lang="es-CO" dirty="0"/>
          </a:p>
          <a:p>
            <a:endParaRPr lang="es-CO" dirty="0"/>
          </a:p>
          <a:p>
            <a:endParaRPr lang="es-CO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508" y="2824162"/>
            <a:ext cx="4271925" cy="237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870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Tipos de datos SQL</a:t>
            </a:r>
          </a:p>
        </p:txBody>
      </p:sp>
      <p:graphicFrame>
        <p:nvGraphicFramePr>
          <p:cNvPr id="4" name="Diagrama 3"/>
          <p:cNvGraphicFramePr/>
          <p:nvPr/>
        </p:nvGraphicFramePr>
        <p:xfrm>
          <a:off x="844163" y="2111288"/>
          <a:ext cx="10990028" cy="42148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6569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02B7B1-A8A2-7646-9496-45FC5BAE4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Características</a:t>
            </a:r>
            <a:endParaRPr lang="es-419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2F06EA5-C3DE-5806-072A-7FCE75EBC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417" y="1690688"/>
            <a:ext cx="9663165" cy="4134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742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s-CO" dirty="0"/>
              <a:t>Definición de una Base de datos</a:t>
            </a:r>
          </a:p>
        </p:txBody>
      </p:sp>
      <p:graphicFrame>
        <p:nvGraphicFramePr>
          <p:cNvPr id="2" name="Diagrama 1"/>
          <p:cNvGraphicFramePr/>
          <p:nvPr/>
        </p:nvGraphicFramePr>
        <p:xfrm>
          <a:off x="3016250" y="2057400"/>
          <a:ext cx="6631940" cy="40919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5918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Cómo esta compuesta una base de Datos 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986971" y="2104571"/>
            <a:ext cx="9500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dirty="0"/>
              <a:t>1-Tablas : son el componente que le da estructura a nuestra base de datos:</a:t>
            </a:r>
          </a:p>
        </p:txBody>
      </p:sp>
      <p:graphicFrame>
        <p:nvGraphicFramePr>
          <p:cNvPr id="5" name="Tabla 4"/>
          <p:cNvGraphicFramePr>
            <a:graphicFrameLocks noGrp="1"/>
          </p:cNvGraphicFramePr>
          <p:nvPr/>
        </p:nvGraphicFramePr>
        <p:xfrm>
          <a:off x="2214880" y="3958166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3928840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105804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1504359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Nombre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Apellido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099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486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874332"/>
                  </a:ext>
                </a:extLst>
              </a:tr>
            </a:tbl>
          </a:graphicData>
        </a:graphic>
      </p:graphicFrame>
      <p:sp>
        <p:nvSpPr>
          <p:cNvPr id="6" name="Flecha: a la derecha 5"/>
          <p:cNvSpPr/>
          <p:nvPr/>
        </p:nvSpPr>
        <p:spPr>
          <a:xfrm>
            <a:off x="323850" y="3958166"/>
            <a:ext cx="1891030" cy="3471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/>
          <p:cNvSpPr txBox="1"/>
          <p:nvPr/>
        </p:nvSpPr>
        <p:spPr>
          <a:xfrm>
            <a:off x="60339" y="3958166"/>
            <a:ext cx="1853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   Nombre campo</a:t>
            </a:r>
          </a:p>
        </p:txBody>
      </p:sp>
      <p:sp>
        <p:nvSpPr>
          <p:cNvPr id="8" name="Flecha: a la derecha 7"/>
          <p:cNvSpPr/>
          <p:nvPr/>
        </p:nvSpPr>
        <p:spPr>
          <a:xfrm rot="5400000">
            <a:off x="2873749" y="3441015"/>
            <a:ext cx="625151" cy="4091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Flecha: a la derecha 8"/>
          <p:cNvSpPr/>
          <p:nvPr/>
        </p:nvSpPr>
        <p:spPr>
          <a:xfrm rot="5400000">
            <a:off x="5551834" y="3441015"/>
            <a:ext cx="625151" cy="4091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Flecha: a la derecha 9"/>
          <p:cNvSpPr/>
          <p:nvPr/>
        </p:nvSpPr>
        <p:spPr>
          <a:xfrm rot="5400000">
            <a:off x="8164308" y="3441015"/>
            <a:ext cx="625151" cy="4091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errar llave 10"/>
          <p:cNvSpPr/>
          <p:nvPr/>
        </p:nvSpPr>
        <p:spPr>
          <a:xfrm rot="16200000">
            <a:off x="5504615" y="279434"/>
            <a:ext cx="600637" cy="569971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CuadroTexto 11"/>
          <p:cNvSpPr txBox="1"/>
          <p:nvPr/>
        </p:nvSpPr>
        <p:spPr>
          <a:xfrm>
            <a:off x="4778246" y="2540247"/>
            <a:ext cx="2172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Columnas (Atributos)</a:t>
            </a:r>
          </a:p>
        </p:txBody>
      </p:sp>
      <p:sp>
        <p:nvSpPr>
          <p:cNvPr id="13" name="Cerrar llave 12"/>
          <p:cNvSpPr/>
          <p:nvPr/>
        </p:nvSpPr>
        <p:spPr>
          <a:xfrm rot="10800000">
            <a:off x="1913602" y="4305300"/>
            <a:ext cx="384392" cy="76538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CuadroTexto 13"/>
          <p:cNvSpPr txBox="1"/>
          <p:nvPr/>
        </p:nvSpPr>
        <p:spPr>
          <a:xfrm>
            <a:off x="323850" y="4514426"/>
            <a:ext cx="1693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Filas (Registros )</a:t>
            </a:r>
          </a:p>
        </p:txBody>
      </p:sp>
    </p:spTree>
    <p:extLst>
      <p:ext uri="{BB962C8B-B14F-4D97-AF65-F5344CB8AC3E}">
        <p14:creationId xmlns:p14="http://schemas.microsoft.com/office/powerpoint/2010/main" val="167892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pPr algn="ctr"/>
            <a:r>
              <a:rPr lang="es-CO" dirty="0"/>
              <a:t>Creación  de una tabla en una Base de datos</a:t>
            </a:r>
          </a:p>
        </p:txBody>
      </p:sp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1960651212"/>
              </p:ext>
            </p:extLst>
          </p:nvPr>
        </p:nvGraphicFramePr>
        <p:xfrm>
          <a:off x="222069" y="2279955"/>
          <a:ext cx="5055326" cy="33564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Tabla 2"/>
          <p:cNvGraphicFramePr>
            <a:graphicFrameLocks noGrp="1"/>
          </p:cNvGraphicFramePr>
          <p:nvPr/>
        </p:nvGraphicFramePr>
        <p:xfrm>
          <a:off x="5641612" y="1739085"/>
          <a:ext cx="6550388" cy="4556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5194">
                  <a:extLst>
                    <a:ext uri="{9D8B030D-6E8A-4147-A177-3AD203B41FA5}">
                      <a16:colId xmlns:a16="http://schemas.microsoft.com/office/drawing/2014/main" val="395880806"/>
                    </a:ext>
                  </a:extLst>
                </a:gridCol>
                <a:gridCol w="3275194">
                  <a:extLst>
                    <a:ext uri="{9D8B030D-6E8A-4147-A177-3AD203B41FA5}">
                      <a16:colId xmlns:a16="http://schemas.microsoft.com/office/drawing/2014/main" val="3951698623"/>
                    </a:ext>
                  </a:extLst>
                </a:gridCol>
              </a:tblGrid>
              <a:tr h="343455">
                <a:tc>
                  <a:txBody>
                    <a:bodyPr/>
                    <a:lstStyle/>
                    <a:p>
                      <a:r>
                        <a:rPr lang="es-CO" dirty="0"/>
                        <a:t>Comando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Acción</a:t>
                      </a:r>
                      <a:r>
                        <a:rPr lang="es-CO" baseline="0" dirty="0"/>
                        <a:t> 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893126"/>
                  </a:ext>
                </a:extLst>
              </a:tr>
              <a:tr h="1073356">
                <a:tc>
                  <a:txBody>
                    <a:bodyPr/>
                    <a:lstStyle/>
                    <a:p>
                      <a:r>
                        <a:rPr lang="es-CO" sz="1600" dirty="0"/>
                        <a:t>CREATE TABLE  </a:t>
                      </a:r>
                      <a:r>
                        <a:rPr lang="es-CO" sz="1600" dirty="0" err="1"/>
                        <a:t>nombreTabla</a:t>
                      </a:r>
                      <a:r>
                        <a:rPr lang="es-CO" sz="1600" dirty="0"/>
                        <a:t>(</a:t>
                      </a:r>
                    </a:p>
                    <a:p>
                      <a:r>
                        <a:rPr lang="es-CO" sz="1600" dirty="0" err="1"/>
                        <a:t>Codigo</a:t>
                      </a:r>
                      <a:r>
                        <a:rPr lang="es-CO" sz="1600" dirty="0"/>
                        <a:t> </a:t>
                      </a:r>
                      <a:r>
                        <a:rPr lang="es-CO" sz="1600" dirty="0" err="1"/>
                        <a:t>int</a:t>
                      </a:r>
                      <a:r>
                        <a:rPr lang="es-CO" sz="1600" dirty="0"/>
                        <a:t>,</a:t>
                      </a:r>
                    </a:p>
                    <a:p>
                      <a:r>
                        <a:rPr lang="es-CO" sz="1600" dirty="0"/>
                        <a:t>Nombre </a:t>
                      </a:r>
                      <a:r>
                        <a:rPr lang="es-CO" sz="1600" dirty="0" err="1"/>
                        <a:t>varchar</a:t>
                      </a:r>
                      <a:r>
                        <a:rPr lang="es-CO" sz="1600" dirty="0"/>
                        <a:t>(15)</a:t>
                      </a:r>
                    </a:p>
                    <a:p>
                      <a:r>
                        <a:rPr lang="es-CO" sz="1600" dirty="0"/>
                        <a:t>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600" dirty="0"/>
                        <a:t>Cera tabla con campos</a:t>
                      </a:r>
                      <a:r>
                        <a:rPr lang="es-CO" sz="1600" baseline="0" dirty="0"/>
                        <a:t> correspondientes.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266377"/>
                  </a:ext>
                </a:extLst>
              </a:tr>
              <a:tr h="543804">
                <a:tc>
                  <a:txBody>
                    <a:bodyPr/>
                    <a:lstStyle/>
                    <a:p>
                      <a:r>
                        <a:rPr lang="es-CO" sz="1600" dirty="0"/>
                        <a:t>SHOW TABLES;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600" dirty="0"/>
                        <a:t>Muestra las tablas en la BD seleccionada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3729296"/>
                  </a:ext>
                </a:extLst>
              </a:tr>
              <a:tr h="543804">
                <a:tc>
                  <a:txBody>
                    <a:bodyPr/>
                    <a:lstStyle/>
                    <a:p>
                      <a:r>
                        <a:rPr lang="es-CO" sz="1600" dirty="0"/>
                        <a:t>SELECT * FROM </a:t>
                      </a:r>
                      <a:r>
                        <a:rPr lang="es-CO" sz="1600" dirty="0" err="1"/>
                        <a:t>nombreTabla</a:t>
                      </a:r>
                      <a:r>
                        <a:rPr lang="es-CO" sz="1600" dirty="0"/>
                        <a:t>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600" dirty="0"/>
                        <a:t>Muestra todos los registros de la tabla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498218"/>
                  </a:ext>
                </a:extLst>
              </a:tr>
              <a:tr h="577961">
                <a:tc>
                  <a:txBody>
                    <a:bodyPr/>
                    <a:lstStyle/>
                    <a:p>
                      <a:r>
                        <a:rPr lang="es-CO" sz="1600" dirty="0"/>
                        <a:t>INSERT</a:t>
                      </a:r>
                      <a:r>
                        <a:rPr lang="es-CO" sz="1600" baseline="0" dirty="0"/>
                        <a:t> INTO </a:t>
                      </a:r>
                      <a:r>
                        <a:rPr lang="es-CO" sz="1600" baseline="0" dirty="0" err="1"/>
                        <a:t>nombreTabla</a:t>
                      </a:r>
                      <a:r>
                        <a:rPr lang="es-CO" sz="1600" baseline="0" dirty="0"/>
                        <a:t> </a:t>
                      </a:r>
                    </a:p>
                    <a:p>
                      <a:r>
                        <a:rPr lang="es-CO" sz="1600" baseline="0" dirty="0"/>
                        <a:t>VALUES (1, ‘PEPITO’);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600" dirty="0"/>
                        <a:t>Inserta</a:t>
                      </a:r>
                      <a:r>
                        <a:rPr lang="es-CO" sz="1600" baseline="0" dirty="0"/>
                        <a:t> valores en una tabla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266035"/>
                  </a:ext>
                </a:extLst>
              </a:tr>
              <a:tr h="772774">
                <a:tc>
                  <a:txBody>
                    <a:bodyPr/>
                    <a:lstStyle/>
                    <a:p>
                      <a:r>
                        <a:rPr lang="es-CO" sz="1600" dirty="0"/>
                        <a:t>UPDATE </a:t>
                      </a:r>
                      <a:r>
                        <a:rPr lang="es-CO" sz="1600" dirty="0" err="1"/>
                        <a:t>nombreTabla</a:t>
                      </a:r>
                      <a:r>
                        <a:rPr lang="es-CO" sz="1600" dirty="0"/>
                        <a:t> SET</a:t>
                      </a:r>
                      <a:r>
                        <a:rPr lang="es-CO" sz="1600" baseline="0" dirty="0"/>
                        <a:t> nombre=‘</a:t>
                      </a:r>
                      <a:r>
                        <a:rPr lang="es-CO" sz="1600" baseline="0" dirty="0" err="1"/>
                        <a:t>raul</a:t>
                      </a:r>
                      <a:r>
                        <a:rPr lang="es-CO" sz="1600" baseline="0" dirty="0"/>
                        <a:t>’</a:t>
                      </a:r>
                    </a:p>
                    <a:p>
                      <a:r>
                        <a:rPr lang="es-CO" sz="1600" baseline="0" dirty="0"/>
                        <a:t>WHERE código=1;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600" dirty="0"/>
                        <a:t>Actualizar campos de una tabla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168338"/>
                  </a:ext>
                </a:extLst>
              </a:tr>
              <a:tr h="577961">
                <a:tc>
                  <a:txBody>
                    <a:bodyPr/>
                    <a:lstStyle/>
                    <a:p>
                      <a:r>
                        <a:rPr lang="es-CO" sz="1600" baseline="0" dirty="0"/>
                        <a:t>DELETE FROM </a:t>
                      </a:r>
                      <a:r>
                        <a:rPr lang="es-CO" sz="1600" dirty="0" err="1"/>
                        <a:t>nombreTabla</a:t>
                      </a:r>
                      <a:r>
                        <a:rPr lang="es-CO" sz="1600" baseline="0" dirty="0"/>
                        <a:t> </a:t>
                      </a:r>
                    </a:p>
                    <a:p>
                      <a:r>
                        <a:rPr lang="es-CO" sz="1600" baseline="0" dirty="0"/>
                        <a:t>WHERE código=2;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600" dirty="0"/>
                        <a:t>Elimina una fila de tabla.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5843023"/>
                  </a:ext>
                </a:extLst>
              </a:tr>
            </a:tbl>
          </a:graphicData>
        </a:graphic>
      </p:graphicFrame>
      <p:sp>
        <p:nvSpPr>
          <p:cNvPr id="10" name="CuadroTexto 9"/>
          <p:cNvSpPr txBox="1"/>
          <p:nvPr/>
        </p:nvSpPr>
        <p:spPr>
          <a:xfrm>
            <a:off x="404949" y="5685311"/>
            <a:ext cx="4223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DESC nombre Tabla; descripción de la tabla</a:t>
            </a:r>
          </a:p>
        </p:txBody>
      </p:sp>
    </p:spTree>
    <p:extLst>
      <p:ext uri="{BB962C8B-B14F-4D97-AF65-F5344CB8AC3E}">
        <p14:creationId xmlns:p14="http://schemas.microsoft.com/office/powerpoint/2010/main" val="3343602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F64C1D-33CA-F57B-C9D8-989DED9B2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Bases de Datos CRUD</a:t>
            </a:r>
            <a:endParaRPr lang="es-419" dirty="0"/>
          </a:p>
        </p:txBody>
      </p:sp>
      <p:pic>
        <p:nvPicPr>
          <p:cNvPr id="7" name="Imagen 6" descr="Diagrama&#10;&#10;Descripción generada automáticamente">
            <a:extLst>
              <a:ext uri="{FF2B5EF4-FFF2-40B4-BE49-F238E27FC236}">
                <a16:creationId xmlns:a16="http://schemas.microsoft.com/office/drawing/2014/main" id="{940C6234-4FE1-9192-C578-5C59E92E11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862"/>
          <a:stretch>
            <a:fillRect/>
          </a:stretch>
        </p:blipFill>
        <p:spPr>
          <a:xfrm>
            <a:off x="1457239" y="2285999"/>
            <a:ext cx="9407843" cy="4105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89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2"/>
          <p:cNvSpPr/>
          <p:nvPr/>
        </p:nvSpPr>
        <p:spPr>
          <a:xfrm>
            <a:off x="0" y="428852"/>
            <a:ext cx="12192000" cy="736551"/>
          </a:xfrm>
          <a:prstGeom prst="rect">
            <a:avLst/>
          </a:prstGeom>
          <a:solidFill>
            <a:schemeClr val="lt1">
              <a:alpha val="9294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2"/>
          <p:cNvSpPr txBox="1">
            <a:spLocks noGrp="1"/>
          </p:cNvSpPr>
          <p:nvPr>
            <p:ph type="title"/>
          </p:nvPr>
        </p:nvSpPr>
        <p:spPr>
          <a:xfrm>
            <a:off x="523875" y="425950"/>
            <a:ext cx="11210925" cy="744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3600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Manos a la Obra</a:t>
            </a:r>
            <a:endParaRPr dirty="0"/>
          </a:p>
        </p:txBody>
      </p:sp>
      <p:cxnSp>
        <p:nvCxnSpPr>
          <p:cNvPr id="284" name="Google Shape;284;p22"/>
          <p:cNvCxnSpPr/>
          <p:nvPr/>
        </p:nvCxnSpPr>
        <p:spPr>
          <a:xfrm>
            <a:off x="0" y="350693"/>
            <a:ext cx="12192000" cy="0"/>
          </a:xfrm>
          <a:prstGeom prst="straightConnector1">
            <a:avLst/>
          </a:prstGeom>
          <a:noFill/>
          <a:ln w="41275" cap="flat" cmpd="sng">
            <a:solidFill>
              <a:schemeClr val="lt1">
                <a:alpha val="89803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5" name="Google Shape;285;p22"/>
          <p:cNvCxnSpPr/>
          <p:nvPr/>
        </p:nvCxnSpPr>
        <p:spPr>
          <a:xfrm>
            <a:off x="0" y="1243562"/>
            <a:ext cx="12192000" cy="0"/>
          </a:xfrm>
          <a:prstGeom prst="straightConnector1">
            <a:avLst/>
          </a:prstGeom>
          <a:noFill/>
          <a:ln w="41275" cap="flat" cmpd="sng">
            <a:solidFill>
              <a:schemeClr val="lt1">
                <a:alpha val="89803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1160</TotalTime>
  <Words>525</Words>
  <Application>Microsoft Office PowerPoint</Application>
  <PresentationFormat>Panorámica</PresentationFormat>
  <Paragraphs>107</Paragraphs>
  <Slides>16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Avenir</vt:lpstr>
      <vt:lpstr>Calibri</vt:lpstr>
      <vt:lpstr>Tema de Office</vt:lpstr>
      <vt:lpstr>Bases de Datos</vt:lpstr>
      <vt:lpstr>Presentación de PowerPoint</vt:lpstr>
      <vt:lpstr>Presentación de PowerPoint</vt:lpstr>
      <vt:lpstr>Presentación de PowerPoint</vt:lpstr>
      <vt:lpstr>Presentación de PowerPoint</vt:lpstr>
      <vt:lpstr>Bases de Datos </vt:lpstr>
      <vt:lpstr>¿Qué es DBMS?</vt:lpstr>
      <vt:lpstr>Como crear una base de Datos </vt:lpstr>
      <vt:lpstr>¿Qué es SQL?</vt:lpstr>
      <vt:lpstr>Tipos de datos SQL</vt:lpstr>
      <vt:lpstr>Características</vt:lpstr>
      <vt:lpstr>Definición de una Base de datos</vt:lpstr>
      <vt:lpstr>Cómo esta compuesta una base de Datos </vt:lpstr>
      <vt:lpstr>Creación  de una tabla en una Base de datos</vt:lpstr>
      <vt:lpstr>Bases de Datos CRUD</vt:lpstr>
      <vt:lpstr>Manos a la Obra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para no programadores </dc:title>
  <dc:creator>Jefferson Steven Sarmiento Rojas</dc:creator>
  <cp:lastModifiedBy>Jefferson Steven Sarmiento Rojas</cp:lastModifiedBy>
  <cp:revision>51</cp:revision>
  <dcterms:created xsi:type="dcterms:W3CDTF">2024-01-26T15:36:33Z</dcterms:created>
  <dcterms:modified xsi:type="dcterms:W3CDTF">2026-02-11T19:38:39Z</dcterms:modified>
</cp:coreProperties>
</file>