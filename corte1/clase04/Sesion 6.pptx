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71" r:id="rId5"/>
    <p:sldId id="272" r:id="rId6"/>
    <p:sldId id="273" r:id="rId7"/>
    <p:sldId id="261" r:id="rId8"/>
    <p:sldId id="262" r:id="rId9"/>
    <p:sldId id="263" r:id="rId10"/>
    <p:sldId id="274" r:id="rId11"/>
    <p:sldId id="270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ING BIOMEDICA PPPT-0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21" y="0"/>
            <a:ext cx="91358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2288158"/>
            <a:ext cx="7772400" cy="63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371600" y="3046741"/>
            <a:ext cx="6400800" cy="781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219868"/>
            <a:ext cx="4038600" cy="329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219868"/>
            <a:ext cx="4038600" cy="329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ING BIOMEDICA PPPT-05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1" y="0"/>
            <a:ext cx="91358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hyperms.com/contact-us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ctrTitle"/>
          </p:nvPr>
        </p:nvSpPr>
        <p:spPr>
          <a:xfrm>
            <a:off x="685800" y="1845706"/>
            <a:ext cx="7772400" cy="63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CO" dirty="0"/>
              <a:t>Internet de la Cosas: Aplicaciones en la industria </a:t>
            </a:r>
            <a:endParaRPr dirty="0"/>
          </a:p>
        </p:txBody>
      </p:sp>
      <p:sp>
        <p:nvSpPr>
          <p:cNvPr id="77" name="Google Shape;77;p13"/>
          <p:cNvSpPr txBox="1"/>
          <p:nvPr/>
        </p:nvSpPr>
        <p:spPr>
          <a:xfrm>
            <a:off x="3052064" y="3112175"/>
            <a:ext cx="3039871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Profesores: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Jefferson Sarmiento Rojas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Pedro Antonio Aya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Bogotá, 2025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457200" y="15263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O"/>
              <a:t>Servicios Web</a:t>
            </a:r>
            <a:endParaRPr/>
          </a:p>
        </p:txBody>
      </p:sp>
      <p:pic>
        <p:nvPicPr>
          <p:cNvPr id="83" name="Google Shape;8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454" y="1219627"/>
            <a:ext cx="2410573" cy="30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3301465" y="2143125"/>
            <a:ext cx="1078030" cy="857250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824168" y="1241058"/>
            <a:ext cx="3931800" cy="2483318"/>
          </a:xfrm>
          <a:prstGeom prst="horizontalScroll">
            <a:avLst>
              <a:gd name="adj" fmla="val 12500"/>
            </a:avLst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 o pieza de software el  cual utiliza protocolos y estándares para el intercambio de datos a través de internet.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221457" y="153197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O"/>
              <a:t>Paradigma de los servicios Web</a:t>
            </a:r>
            <a:endParaRPr/>
          </a:p>
        </p:txBody>
      </p:sp>
      <p:pic>
        <p:nvPicPr>
          <p:cNvPr id="91" name="Google Shape;91;p15" descr="Imagen que contiene gráficos vectoriale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0398" y="1300618"/>
            <a:ext cx="3179290" cy="286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 descr="Imagen que contiene electrónica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470" y="1360937"/>
            <a:ext cx="1281118" cy="1281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778" y="2893334"/>
            <a:ext cx="1366842" cy="136684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2467540" y="1436437"/>
            <a:ext cx="2923944" cy="4163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 flipH="1">
            <a:off x="2425870" y="1824869"/>
            <a:ext cx="2923944" cy="4163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 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2509209" y="3183979"/>
            <a:ext cx="2923944" cy="4163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 flipH="1">
            <a:off x="2425870" y="3627965"/>
            <a:ext cx="2923944" cy="4163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 </a:t>
            </a:r>
            <a:endParaRPr/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13249" y="4019349"/>
            <a:ext cx="749185" cy="67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73834" y="2199013"/>
            <a:ext cx="782640" cy="5869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3209610" y="1039465"/>
            <a:ext cx="13564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Hypermedia</a:t>
            </a:r>
            <a:endParaRPr sz="18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  <a:hlinkClick r:id="rId8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900576" y="1044954"/>
            <a:ext cx="355870" cy="35587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3324339" y="2880503"/>
            <a:ext cx="13564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Hypermedia</a:t>
            </a:r>
            <a:endParaRPr sz="18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  <a:hlinkClick r:id="rId8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15305" y="2885992"/>
            <a:ext cx="355870" cy="35587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6799428" y="1765208"/>
            <a:ext cx="7969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DE0B1-13FF-9C98-7ACB-F5A43CD0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Bases de Datos </a:t>
            </a:r>
            <a:endParaRPr lang="es-419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099C95-EAA2-04E2-768A-AF670DE0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E813BC-2E54-C228-CBC5-864E378D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" y="1066877"/>
            <a:ext cx="8888066" cy="362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8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2B7B1-A8A2-7646-9496-45FC5BAE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Características</a:t>
            </a:r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F06EA5-C3DE-5806-072A-7FCE75EB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13" y="1268016"/>
            <a:ext cx="7247374" cy="310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42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2B7B1-A8A2-7646-9496-45FC5BAE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Bases de Datos No Relacionales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D9F173-E2F0-A65F-A2D7-E29ED029A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03" y="1172395"/>
            <a:ext cx="8430422" cy="335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O"/>
              <a:t>REST-API</a:t>
            </a:r>
            <a:endParaRPr/>
          </a:p>
        </p:txBody>
      </p:sp>
      <p:grpSp>
        <p:nvGrpSpPr>
          <p:cNvPr id="150" name="Google Shape;150;p18"/>
          <p:cNvGrpSpPr/>
          <p:nvPr/>
        </p:nvGrpSpPr>
        <p:grpSpPr>
          <a:xfrm>
            <a:off x="1106367" y="999869"/>
            <a:ext cx="6093581" cy="2806953"/>
            <a:chOff x="2418" y="554178"/>
            <a:chExt cx="6093581" cy="2806953"/>
          </a:xfrm>
        </p:grpSpPr>
        <p:sp>
          <p:nvSpPr>
            <p:cNvPr id="151" name="Google Shape;151;p18"/>
            <p:cNvSpPr/>
            <p:nvPr/>
          </p:nvSpPr>
          <p:spPr>
            <a:xfrm>
              <a:off x="1793937" y="1920030"/>
              <a:ext cx="1254062" cy="1119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120000"/>
                  </a:ln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3B64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1793937" y="2032000"/>
              <a:ext cx="2510544" cy="10559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1437" y="0"/>
                  </a:lnTo>
                  <a:lnTo>
                    <a:pt x="111437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3B64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1793937" y="1986280"/>
              <a:ext cx="2508125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25400" cap="flat" cmpd="sng">
              <a:solidFill>
                <a:srgbClr val="3B64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1793937" y="827385"/>
              <a:ext cx="2510544" cy="120461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11437" y="120000"/>
                  </a:lnTo>
                  <a:lnTo>
                    <a:pt x="111437" y="0"/>
                  </a:ln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3B64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2418" y="1758793"/>
              <a:ext cx="1791518" cy="54641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2418" y="1758793"/>
              <a:ext cx="1791518" cy="5464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1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s-CO" sz="1800">
                  <a:latin typeface="Calibri"/>
                  <a:ea typeface="Calibri"/>
                  <a:cs typeface="Calibri"/>
                  <a:sym typeface="Calibri"/>
                </a:rPr>
                <a:t>Interfaz</a:t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4304481" y="554178"/>
              <a:ext cx="1791518" cy="54641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4304481" y="554178"/>
              <a:ext cx="1791518" cy="5464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1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s-CO" sz="1800"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4302062" y="1758793"/>
              <a:ext cx="1791518" cy="54641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4302062" y="1758793"/>
              <a:ext cx="1791518" cy="5464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1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s-CO" sz="1800">
                  <a:latin typeface="Calibri"/>
                  <a:ea typeface="Calibri"/>
                  <a:cs typeface="Calibri"/>
                  <a:sym typeface="Calibri"/>
                </a:rPr>
                <a:t>Obtenga modifique datos </a:t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4304481" y="2814718"/>
              <a:ext cx="1791518" cy="54641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4304481" y="2814718"/>
              <a:ext cx="1791518" cy="5464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1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s-CO" sz="1800">
                  <a:latin typeface="Calibri"/>
                  <a:ea typeface="Calibri"/>
                  <a:cs typeface="Calibri"/>
                  <a:sym typeface="Calibri"/>
                </a:rPr>
                <a:t>Operación con Datos </a:t>
              </a: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2152240" y="1373616"/>
              <a:ext cx="1791518" cy="54641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2152240" y="1373616"/>
              <a:ext cx="1791518" cy="5464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1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s-CO" sz="1800">
                  <a:latin typeface="Calibri"/>
                  <a:ea typeface="Calibri"/>
                  <a:cs typeface="Calibri"/>
                  <a:sym typeface="Calibri"/>
                </a:rPr>
                <a:t>Entre sistemas </a:t>
              </a:r>
              <a:endParaRPr/>
            </a:p>
          </p:txBody>
        </p:sp>
      </p:grpSp>
      <p:pic>
        <p:nvPicPr>
          <p:cNvPr id="165" name="Google Shape;165;p18" descr="Imagen que contiene pantalla, electrón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803" y="3116005"/>
            <a:ext cx="864395" cy="864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n que contiene obje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28799" y="2711481"/>
            <a:ext cx="1673442" cy="16734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18"/>
          <p:cNvCxnSpPr>
            <a:endCxn id="166" idx="1"/>
          </p:cNvCxnSpPr>
          <p:nvPr/>
        </p:nvCxnSpPr>
        <p:spPr>
          <a:xfrm>
            <a:off x="1719199" y="3548202"/>
            <a:ext cx="1509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168" name="Google Shape;16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49095" y="3006315"/>
            <a:ext cx="1084529" cy="10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49095" y="1909876"/>
            <a:ext cx="956716" cy="89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45576" y="588300"/>
            <a:ext cx="1084529" cy="108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n que contiene objeto, reloj&#10;&#10;Descripción generada automáticament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314" y="760959"/>
            <a:ext cx="3118286" cy="1328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O"/>
              <a:t>Protocolo HTTP</a:t>
            </a:r>
            <a:endParaRPr/>
          </a:p>
        </p:txBody>
      </p:sp>
      <p:grpSp>
        <p:nvGrpSpPr>
          <p:cNvPr id="177" name="Google Shape;177;p19"/>
          <p:cNvGrpSpPr/>
          <p:nvPr/>
        </p:nvGrpSpPr>
        <p:grpSpPr>
          <a:xfrm>
            <a:off x="1259154" y="989288"/>
            <a:ext cx="6625690" cy="3570812"/>
            <a:chOff x="240659" y="1243"/>
            <a:chExt cx="6625690" cy="3570812"/>
          </a:xfrm>
        </p:grpSpPr>
        <p:sp>
          <p:nvSpPr>
            <p:cNvPr id="178" name="Google Shape;178;p19"/>
            <p:cNvSpPr/>
            <p:nvPr/>
          </p:nvSpPr>
          <p:spPr>
            <a:xfrm>
              <a:off x="3241228" y="680105"/>
              <a:ext cx="142560" cy="6245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5304967" y="2608072"/>
              <a:ext cx="203658" cy="6245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3383789" y="680105"/>
              <a:ext cx="2464267" cy="124910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06304"/>
                  </a:lnTo>
                  <a:lnTo>
                    <a:pt x="120000" y="106304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3662122" y="2608072"/>
              <a:ext cx="203658" cy="6245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3383789" y="680105"/>
              <a:ext cx="821422" cy="124910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06304"/>
                  </a:lnTo>
                  <a:lnTo>
                    <a:pt x="120000" y="106304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2019277" y="2608072"/>
              <a:ext cx="203658" cy="6245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2562366" y="680105"/>
              <a:ext cx="821422" cy="124910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06304"/>
                  </a:lnTo>
                  <a:lnTo>
                    <a:pt x="0" y="106304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376432" y="2608072"/>
              <a:ext cx="203658" cy="6245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919521" y="680105"/>
              <a:ext cx="2464267" cy="124910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06304"/>
                  </a:lnTo>
                  <a:lnTo>
                    <a:pt x="0" y="106304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2704927" y="1243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2704927" y="1243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Hypertext Transfer Protocol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240659" y="1929210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240659" y="1929210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POST</a:t>
              </a: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580090" y="2893194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580090" y="2893194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Crear Recursos.</a:t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1883504" y="1929210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1883504" y="1929210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2222935" y="2893194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2222935" y="2893194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Consultar Recursos</a:t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3526350" y="1929210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3526350" y="1929210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PUT</a:t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3865780" y="2893194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3865780" y="2893194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Modificar Recursos</a:t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5169195" y="1929210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5169195" y="1929210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DELETE</a:t>
              </a: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5508626" y="2893194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5508626" y="2893194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Eliminar Recursos</a:t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883504" y="965227"/>
              <a:ext cx="1357723" cy="678861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1883504" y="965227"/>
              <a:ext cx="1357723" cy="678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CO" sz="1200">
                  <a:latin typeface="Calibri"/>
                  <a:ea typeface="Calibri"/>
                  <a:cs typeface="Calibri"/>
                  <a:sym typeface="Calibri"/>
                </a:rPr>
                <a:t>Protocolo estándar para transferencia de información en internet</a:t>
              </a:r>
              <a:endParaRPr/>
            </a:p>
          </p:txBody>
        </p:sp>
      </p:grpSp>
      <p:pic>
        <p:nvPicPr>
          <p:cNvPr id="207" name="Google Shape;20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2804" y="1209101"/>
            <a:ext cx="1702847" cy="122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O"/>
              <a:t> Códigos de Respuesta HTTP </a:t>
            </a:r>
            <a:endParaRPr/>
          </a:p>
        </p:txBody>
      </p:sp>
      <p:pic>
        <p:nvPicPr>
          <p:cNvPr id="213" name="Google Shape;213;p20" descr="Imagen que contiene captura de pantall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t="13309" r="4123" b="18687"/>
          <a:stretch/>
        </p:blipFill>
        <p:spPr>
          <a:xfrm>
            <a:off x="1845899" y="1225550"/>
            <a:ext cx="5452201" cy="25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64C1D-33CA-F57B-C9D8-989DED9B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Bases de Datos CRUD</a:t>
            </a:r>
            <a:endParaRPr lang="es-419" dirty="0"/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940C6234-4FE1-9192-C578-5C59E92E1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04" y="1076287"/>
            <a:ext cx="7055882" cy="370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8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O"/>
              <a:t>Gracias.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112</Words>
  <Application>Microsoft Office PowerPoint</Application>
  <PresentationFormat>Presentación en pantalla (16:9)</PresentationFormat>
  <Paragraphs>38</Paragraphs>
  <Slides>11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Internet de la Cosas: Aplicaciones en la industria </vt:lpstr>
      <vt:lpstr>Servicios Web</vt:lpstr>
      <vt:lpstr>Paradigma de los servicios Web</vt:lpstr>
      <vt:lpstr>Bases de Datos </vt:lpstr>
      <vt:lpstr>Características</vt:lpstr>
      <vt:lpstr>Bases de Datos No Relacionales</vt:lpstr>
      <vt:lpstr>REST-API</vt:lpstr>
      <vt:lpstr>Protocolo HTTP</vt:lpstr>
      <vt:lpstr> Códigos de Respuesta HTTP </vt:lpstr>
      <vt:lpstr>Bases de Datos CRUD</vt:lpstr>
      <vt:lpstr>Gracias.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Pedro Antonio Aya Parra</cp:lastModifiedBy>
  <cp:revision>6</cp:revision>
  <dcterms:modified xsi:type="dcterms:W3CDTF">2025-05-10T15:16:50Z</dcterms:modified>
</cp:coreProperties>
</file>